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jpg" ContentType="image/jp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95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95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11051E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86100" y="3629025"/>
            <a:ext cx="4905375" cy="45339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58475" y="3629025"/>
            <a:ext cx="4905375" cy="45339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95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95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2009775" y="6629400"/>
            <a:ext cx="3133725" cy="3324225"/>
          </a:xfrm>
          <a:custGeom>
            <a:avLst/>
            <a:gdLst/>
            <a:ahLst/>
            <a:cxnLst/>
            <a:rect l="l" t="t" r="r" b="b"/>
            <a:pathLst>
              <a:path w="3133725" h="3324225">
                <a:moveTo>
                  <a:pt x="1566926" y="0"/>
                </a:moveTo>
                <a:lnTo>
                  <a:pt x="1515062" y="736"/>
                </a:lnTo>
                <a:lnTo>
                  <a:pt x="1463416" y="2937"/>
                </a:lnTo>
                <a:lnTo>
                  <a:pt x="1412024" y="6588"/>
                </a:lnTo>
                <a:lnTo>
                  <a:pt x="1360924" y="11676"/>
                </a:lnTo>
                <a:lnTo>
                  <a:pt x="1310156" y="18187"/>
                </a:lnTo>
                <a:lnTo>
                  <a:pt x="1259756" y="26108"/>
                </a:lnTo>
                <a:lnTo>
                  <a:pt x="1209763" y="35425"/>
                </a:lnTo>
                <a:lnTo>
                  <a:pt x="1160215" y="46124"/>
                </a:lnTo>
                <a:lnTo>
                  <a:pt x="1111150" y="58192"/>
                </a:lnTo>
                <a:lnTo>
                  <a:pt x="1062605" y="71615"/>
                </a:lnTo>
                <a:lnTo>
                  <a:pt x="1014620" y="86380"/>
                </a:lnTo>
                <a:lnTo>
                  <a:pt x="967232" y="102473"/>
                </a:lnTo>
                <a:lnTo>
                  <a:pt x="920478" y="119880"/>
                </a:lnTo>
                <a:lnTo>
                  <a:pt x="874398" y="138587"/>
                </a:lnTo>
                <a:lnTo>
                  <a:pt x="829028" y="158582"/>
                </a:lnTo>
                <a:lnTo>
                  <a:pt x="784408" y="179850"/>
                </a:lnTo>
                <a:lnTo>
                  <a:pt x="740575" y="202378"/>
                </a:lnTo>
                <a:lnTo>
                  <a:pt x="697567" y="226153"/>
                </a:lnTo>
                <a:lnTo>
                  <a:pt x="655422" y="251160"/>
                </a:lnTo>
                <a:lnTo>
                  <a:pt x="614179" y="277386"/>
                </a:lnTo>
                <a:lnTo>
                  <a:pt x="573874" y="304817"/>
                </a:lnTo>
                <a:lnTo>
                  <a:pt x="534547" y="333440"/>
                </a:lnTo>
                <a:lnTo>
                  <a:pt x="496236" y="363242"/>
                </a:lnTo>
                <a:lnTo>
                  <a:pt x="458977" y="394208"/>
                </a:lnTo>
                <a:lnTo>
                  <a:pt x="419705" y="429186"/>
                </a:lnTo>
                <a:lnTo>
                  <a:pt x="382049" y="465234"/>
                </a:lnTo>
                <a:lnTo>
                  <a:pt x="346031" y="502312"/>
                </a:lnTo>
                <a:lnTo>
                  <a:pt x="311670" y="540375"/>
                </a:lnTo>
                <a:lnTo>
                  <a:pt x="278988" y="579383"/>
                </a:lnTo>
                <a:lnTo>
                  <a:pt x="248004" y="619292"/>
                </a:lnTo>
                <a:lnTo>
                  <a:pt x="218740" y="660060"/>
                </a:lnTo>
                <a:lnTo>
                  <a:pt x="191215" y="701646"/>
                </a:lnTo>
                <a:lnTo>
                  <a:pt x="165451" y="744006"/>
                </a:lnTo>
                <a:lnTo>
                  <a:pt x="141467" y="787098"/>
                </a:lnTo>
                <a:lnTo>
                  <a:pt x="119284" y="830881"/>
                </a:lnTo>
                <a:lnTo>
                  <a:pt x="98923" y="875312"/>
                </a:lnTo>
                <a:lnTo>
                  <a:pt x="80404" y="920348"/>
                </a:lnTo>
                <a:lnTo>
                  <a:pt x="63747" y="965947"/>
                </a:lnTo>
                <a:lnTo>
                  <a:pt x="48973" y="1012068"/>
                </a:lnTo>
                <a:lnTo>
                  <a:pt x="36103" y="1058667"/>
                </a:lnTo>
                <a:lnTo>
                  <a:pt x="25157" y="1105702"/>
                </a:lnTo>
                <a:lnTo>
                  <a:pt x="16155" y="1153132"/>
                </a:lnTo>
                <a:lnTo>
                  <a:pt x="9118" y="1200913"/>
                </a:lnTo>
                <a:lnTo>
                  <a:pt x="4066" y="1249004"/>
                </a:lnTo>
                <a:lnTo>
                  <a:pt x="1019" y="1297362"/>
                </a:lnTo>
                <a:lnTo>
                  <a:pt x="0" y="1345945"/>
                </a:lnTo>
                <a:lnTo>
                  <a:pt x="0" y="1978279"/>
                </a:lnTo>
                <a:lnTo>
                  <a:pt x="1019" y="2026862"/>
                </a:lnTo>
                <a:lnTo>
                  <a:pt x="4066" y="2075221"/>
                </a:lnTo>
                <a:lnTo>
                  <a:pt x="9118" y="2123313"/>
                </a:lnTo>
                <a:lnTo>
                  <a:pt x="16155" y="2171096"/>
                </a:lnTo>
                <a:lnTo>
                  <a:pt x="25157" y="2218528"/>
                </a:lnTo>
                <a:lnTo>
                  <a:pt x="36103" y="2265565"/>
                </a:lnTo>
                <a:lnTo>
                  <a:pt x="48973" y="2312166"/>
                </a:lnTo>
                <a:lnTo>
                  <a:pt x="63747" y="2358289"/>
                </a:lnTo>
                <a:lnTo>
                  <a:pt x="80404" y="2403890"/>
                </a:lnTo>
                <a:lnTo>
                  <a:pt x="98923" y="2448928"/>
                </a:lnTo>
                <a:lnTo>
                  <a:pt x="119284" y="2493360"/>
                </a:lnTo>
                <a:lnTo>
                  <a:pt x="141467" y="2537144"/>
                </a:lnTo>
                <a:lnTo>
                  <a:pt x="165451" y="2580237"/>
                </a:lnTo>
                <a:lnTo>
                  <a:pt x="191215" y="2622598"/>
                </a:lnTo>
                <a:lnTo>
                  <a:pt x="218740" y="2664182"/>
                </a:lnTo>
                <a:lnTo>
                  <a:pt x="248004" y="2704949"/>
                </a:lnTo>
                <a:lnTo>
                  <a:pt x="278988" y="2744856"/>
                </a:lnTo>
                <a:lnTo>
                  <a:pt x="311670" y="2783860"/>
                </a:lnTo>
                <a:lnTo>
                  <a:pt x="346031" y="2821920"/>
                </a:lnTo>
                <a:lnTo>
                  <a:pt x="382049" y="2858992"/>
                </a:lnTo>
                <a:lnTo>
                  <a:pt x="419705" y="2895034"/>
                </a:lnTo>
                <a:lnTo>
                  <a:pt x="458977" y="2930004"/>
                </a:lnTo>
                <a:lnTo>
                  <a:pt x="496236" y="2960977"/>
                </a:lnTo>
                <a:lnTo>
                  <a:pt x="534547" y="2990785"/>
                </a:lnTo>
                <a:lnTo>
                  <a:pt x="573874" y="3019413"/>
                </a:lnTo>
                <a:lnTo>
                  <a:pt x="614179" y="3046849"/>
                </a:lnTo>
                <a:lnTo>
                  <a:pt x="655422" y="3073078"/>
                </a:lnTo>
                <a:lnTo>
                  <a:pt x="697567" y="3098087"/>
                </a:lnTo>
                <a:lnTo>
                  <a:pt x="740575" y="3121863"/>
                </a:lnTo>
                <a:lnTo>
                  <a:pt x="784408" y="3144393"/>
                </a:lnTo>
                <a:lnTo>
                  <a:pt x="829028" y="3165661"/>
                </a:lnTo>
                <a:lnTo>
                  <a:pt x="874398" y="3185656"/>
                </a:lnTo>
                <a:lnTo>
                  <a:pt x="920478" y="3204363"/>
                </a:lnTo>
                <a:lnTo>
                  <a:pt x="967231" y="3221769"/>
                </a:lnTo>
                <a:lnTo>
                  <a:pt x="1014620" y="3237860"/>
                </a:lnTo>
                <a:lnTo>
                  <a:pt x="1062605" y="3252623"/>
                </a:lnTo>
                <a:lnTo>
                  <a:pt x="1111150" y="3266045"/>
                </a:lnTo>
                <a:lnTo>
                  <a:pt x="1160215" y="3278111"/>
                </a:lnTo>
                <a:lnTo>
                  <a:pt x="1209763" y="3288808"/>
                </a:lnTo>
                <a:lnTo>
                  <a:pt x="1259756" y="3298123"/>
                </a:lnTo>
                <a:lnTo>
                  <a:pt x="1310156" y="3306042"/>
                </a:lnTo>
                <a:lnTo>
                  <a:pt x="1360924" y="3312552"/>
                </a:lnTo>
                <a:lnTo>
                  <a:pt x="1412024" y="3317638"/>
                </a:lnTo>
                <a:lnTo>
                  <a:pt x="1463416" y="3321288"/>
                </a:lnTo>
                <a:lnTo>
                  <a:pt x="1515062" y="3323488"/>
                </a:lnTo>
                <a:lnTo>
                  <a:pt x="1566926" y="3324225"/>
                </a:lnTo>
                <a:lnTo>
                  <a:pt x="1618774" y="3323488"/>
                </a:lnTo>
                <a:lnTo>
                  <a:pt x="1670406" y="3321288"/>
                </a:lnTo>
                <a:lnTo>
                  <a:pt x="1721785" y="3317638"/>
                </a:lnTo>
                <a:lnTo>
                  <a:pt x="1772873" y="3312552"/>
                </a:lnTo>
                <a:lnTo>
                  <a:pt x="1823631" y="3306042"/>
                </a:lnTo>
                <a:lnTo>
                  <a:pt x="1874021" y="3298123"/>
                </a:lnTo>
                <a:lnTo>
                  <a:pt x="1924006" y="3288808"/>
                </a:lnTo>
                <a:lnTo>
                  <a:pt x="1973547" y="3278111"/>
                </a:lnTo>
                <a:lnTo>
                  <a:pt x="2022605" y="3266045"/>
                </a:lnTo>
                <a:lnTo>
                  <a:pt x="2071144" y="3252623"/>
                </a:lnTo>
                <a:lnTo>
                  <a:pt x="2119124" y="3237860"/>
                </a:lnTo>
                <a:lnTo>
                  <a:pt x="2166508" y="3221769"/>
                </a:lnTo>
                <a:lnTo>
                  <a:pt x="2213258" y="3204363"/>
                </a:lnTo>
                <a:lnTo>
                  <a:pt x="2259336" y="3185656"/>
                </a:lnTo>
                <a:lnTo>
                  <a:pt x="2304702" y="3165661"/>
                </a:lnTo>
                <a:lnTo>
                  <a:pt x="2349321" y="3144393"/>
                </a:lnTo>
                <a:lnTo>
                  <a:pt x="2393152" y="3121863"/>
                </a:lnTo>
                <a:lnTo>
                  <a:pt x="2436159" y="3098087"/>
                </a:lnTo>
                <a:lnTo>
                  <a:pt x="2478303" y="3073078"/>
                </a:lnTo>
                <a:lnTo>
                  <a:pt x="2519546" y="3046849"/>
                </a:lnTo>
                <a:lnTo>
                  <a:pt x="2559850" y="3019413"/>
                </a:lnTo>
                <a:lnTo>
                  <a:pt x="2599177" y="2990785"/>
                </a:lnTo>
                <a:lnTo>
                  <a:pt x="2637488" y="2960977"/>
                </a:lnTo>
                <a:lnTo>
                  <a:pt x="2674747" y="2930004"/>
                </a:lnTo>
                <a:lnTo>
                  <a:pt x="2714019" y="2895034"/>
                </a:lnTo>
                <a:lnTo>
                  <a:pt x="2751675" y="2858992"/>
                </a:lnTo>
                <a:lnTo>
                  <a:pt x="2787693" y="2821920"/>
                </a:lnTo>
                <a:lnTo>
                  <a:pt x="2822054" y="2783860"/>
                </a:lnTo>
                <a:lnTo>
                  <a:pt x="2854736" y="2744856"/>
                </a:lnTo>
                <a:lnTo>
                  <a:pt x="2885720" y="2704949"/>
                </a:lnTo>
                <a:lnTo>
                  <a:pt x="2914984" y="2664182"/>
                </a:lnTo>
                <a:lnTo>
                  <a:pt x="2942509" y="2622598"/>
                </a:lnTo>
                <a:lnTo>
                  <a:pt x="2968273" y="2580237"/>
                </a:lnTo>
                <a:lnTo>
                  <a:pt x="2992257" y="2537144"/>
                </a:lnTo>
                <a:lnTo>
                  <a:pt x="3014440" y="2493360"/>
                </a:lnTo>
                <a:lnTo>
                  <a:pt x="3034801" y="2448928"/>
                </a:lnTo>
                <a:lnTo>
                  <a:pt x="3053320" y="2403890"/>
                </a:lnTo>
                <a:lnTo>
                  <a:pt x="3069977" y="2358289"/>
                </a:lnTo>
                <a:lnTo>
                  <a:pt x="3084751" y="2312166"/>
                </a:lnTo>
                <a:lnTo>
                  <a:pt x="3097621" y="2265565"/>
                </a:lnTo>
                <a:lnTo>
                  <a:pt x="3108567" y="2218528"/>
                </a:lnTo>
                <a:lnTo>
                  <a:pt x="3117569" y="2171096"/>
                </a:lnTo>
                <a:lnTo>
                  <a:pt x="3124606" y="2123313"/>
                </a:lnTo>
                <a:lnTo>
                  <a:pt x="3129658" y="2075221"/>
                </a:lnTo>
                <a:lnTo>
                  <a:pt x="3132705" y="2026862"/>
                </a:lnTo>
                <a:lnTo>
                  <a:pt x="3133725" y="1978279"/>
                </a:lnTo>
                <a:lnTo>
                  <a:pt x="3133725" y="1345945"/>
                </a:lnTo>
                <a:lnTo>
                  <a:pt x="3132705" y="1297362"/>
                </a:lnTo>
                <a:lnTo>
                  <a:pt x="3129658" y="1249004"/>
                </a:lnTo>
                <a:lnTo>
                  <a:pt x="3124606" y="1200913"/>
                </a:lnTo>
                <a:lnTo>
                  <a:pt x="3117569" y="1153132"/>
                </a:lnTo>
                <a:lnTo>
                  <a:pt x="3108567" y="1105702"/>
                </a:lnTo>
                <a:lnTo>
                  <a:pt x="3097621" y="1058667"/>
                </a:lnTo>
                <a:lnTo>
                  <a:pt x="3084751" y="1012068"/>
                </a:lnTo>
                <a:lnTo>
                  <a:pt x="3069977" y="965947"/>
                </a:lnTo>
                <a:lnTo>
                  <a:pt x="3053320" y="920348"/>
                </a:lnTo>
                <a:lnTo>
                  <a:pt x="3034801" y="875312"/>
                </a:lnTo>
                <a:lnTo>
                  <a:pt x="3014440" y="830881"/>
                </a:lnTo>
                <a:lnTo>
                  <a:pt x="2992257" y="787098"/>
                </a:lnTo>
                <a:lnTo>
                  <a:pt x="2968273" y="744006"/>
                </a:lnTo>
                <a:lnTo>
                  <a:pt x="2942509" y="701646"/>
                </a:lnTo>
                <a:lnTo>
                  <a:pt x="2914984" y="660060"/>
                </a:lnTo>
                <a:lnTo>
                  <a:pt x="2885720" y="619292"/>
                </a:lnTo>
                <a:lnTo>
                  <a:pt x="2854736" y="579383"/>
                </a:lnTo>
                <a:lnTo>
                  <a:pt x="2822054" y="540375"/>
                </a:lnTo>
                <a:lnTo>
                  <a:pt x="2787693" y="502312"/>
                </a:lnTo>
                <a:lnTo>
                  <a:pt x="2751675" y="465234"/>
                </a:lnTo>
                <a:lnTo>
                  <a:pt x="2714019" y="429186"/>
                </a:lnTo>
                <a:lnTo>
                  <a:pt x="2674747" y="394208"/>
                </a:lnTo>
                <a:lnTo>
                  <a:pt x="2637488" y="363242"/>
                </a:lnTo>
                <a:lnTo>
                  <a:pt x="2599177" y="333440"/>
                </a:lnTo>
                <a:lnTo>
                  <a:pt x="2559850" y="304817"/>
                </a:lnTo>
                <a:lnTo>
                  <a:pt x="2519546" y="277386"/>
                </a:lnTo>
                <a:lnTo>
                  <a:pt x="2478303" y="251160"/>
                </a:lnTo>
                <a:lnTo>
                  <a:pt x="2436159" y="226153"/>
                </a:lnTo>
                <a:lnTo>
                  <a:pt x="2393152" y="202378"/>
                </a:lnTo>
                <a:lnTo>
                  <a:pt x="2349321" y="179850"/>
                </a:lnTo>
                <a:lnTo>
                  <a:pt x="2304702" y="158582"/>
                </a:lnTo>
                <a:lnTo>
                  <a:pt x="2259336" y="138587"/>
                </a:lnTo>
                <a:lnTo>
                  <a:pt x="2213258" y="119880"/>
                </a:lnTo>
                <a:lnTo>
                  <a:pt x="2166508" y="102473"/>
                </a:lnTo>
                <a:lnTo>
                  <a:pt x="2119124" y="86380"/>
                </a:lnTo>
                <a:lnTo>
                  <a:pt x="2071144" y="71615"/>
                </a:lnTo>
                <a:lnTo>
                  <a:pt x="2022605" y="58192"/>
                </a:lnTo>
                <a:lnTo>
                  <a:pt x="1973547" y="46124"/>
                </a:lnTo>
                <a:lnTo>
                  <a:pt x="1924006" y="35425"/>
                </a:lnTo>
                <a:lnTo>
                  <a:pt x="1874021" y="26108"/>
                </a:lnTo>
                <a:lnTo>
                  <a:pt x="1823631" y="18187"/>
                </a:lnTo>
                <a:lnTo>
                  <a:pt x="1772873" y="11676"/>
                </a:lnTo>
                <a:lnTo>
                  <a:pt x="1721785" y="6588"/>
                </a:lnTo>
                <a:lnTo>
                  <a:pt x="1670406" y="2937"/>
                </a:lnTo>
                <a:lnTo>
                  <a:pt x="1618774" y="736"/>
                </a:lnTo>
                <a:lnTo>
                  <a:pt x="156692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11051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16635" y="283527"/>
            <a:ext cx="16359886" cy="38661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95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18.png"/><Relationship Id="rId16" Type="http://schemas.openxmlformats.org/officeDocument/2006/relationships/image" Target="../media/image19.png"/><Relationship Id="rId17" Type="http://schemas.openxmlformats.org/officeDocument/2006/relationships/image" Target="../media/image20.png"/><Relationship Id="rId18" Type="http://schemas.openxmlformats.org/officeDocument/2006/relationships/image" Target="../media/image21.png"/><Relationship Id="rId19" Type="http://schemas.openxmlformats.org/officeDocument/2006/relationships/image" Target="../media/image22.png"/><Relationship Id="rId20" Type="http://schemas.openxmlformats.org/officeDocument/2006/relationships/image" Target="../media/image23.png"/><Relationship Id="rId21" Type="http://schemas.openxmlformats.org/officeDocument/2006/relationships/image" Target="../media/image24.png"/><Relationship Id="rId22" Type="http://schemas.openxmlformats.org/officeDocument/2006/relationships/image" Target="../media/image25.png"/><Relationship Id="rId23" Type="http://schemas.openxmlformats.org/officeDocument/2006/relationships/image" Target="../media/image26.png"/><Relationship Id="rId24" Type="http://schemas.openxmlformats.org/officeDocument/2006/relationships/image" Target="../media/image27.png"/><Relationship Id="rId25" Type="http://schemas.openxmlformats.org/officeDocument/2006/relationships/image" Target="../media/image28.png"/><Relationship Id="rId26" Type="http://schemas.openxmlformats.org/officeDocument/2006/relationships/image" Target="../media/image29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Relationship Id="rId10" Type="http://schemas.openxmlformats.org/officeDocument/2006/relationships/image" Target="../media/image38.png"/><Relationship Id="rId11" Type="http://schemas.openxmlformats.org/officeDocument/2006/relationships/image" Target="../media/image39.png"/><Relationship Id="rId12" Type="http://schemas.openxmlformats.org/officeDocument/2006/relationships/image" Target="../media/image40.png"/><Relationship Id="rId13" Type="http://schemas.openxmlformats.org/officeDocument/2006/relationships/image" Target="../media/image41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Relationship Id="rId17" Type="http://schemas.openxmlformats.org/officeDocument/2006/relationships/image" Target="../media/image45.png"/><Relationship Id="rId18" Type="http://schemas.openxmlformats.org/officeDocument/2006/relationships/image" Target="../media/image46.png"/><Relationship Id="rId19" Type="http://schemas.openxmlformats.org/officeDocument/2006/relationships/image" Target="../media/image47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3.png"/><Relationship Id="rId14" Type="http://schemas.openxmlformats.org/officeDocument/2006/relationships/image" Target="../media/image74.png"/><Relationship Id="rId15" Type="http://schemas.openxmlformats.org/officeDocument/2006/relationships/image" Target="../media/image75.png"/><Relationship Id="rId16" Type="http://schemas.openxmlformats.org/officeDocument/2006/relationships/image" Target="../media/image76.png"/><Relationship Id="rId17" Type="http://schemas.openxmlformats.org/officeDocument/2006/relationships/image" Target="../media/image77.png"/><Relationship Id="rId18" Type="http://schemas.openxmlformats.org/officeDocument/2006/relationships/image" Target="../media/image78.png"/><Relationship Id="rId19" Type="http://schemas.openxmlformats.org/officeDocument/2006/relationships/image" Target="../media/image79.png"/><Relationship Id="rId20" Type="http://schemas.openxmlformats.org/officeDocument/2006/relationships/image" Target="../media/image80.png"/><Relationship Id="rId21" Type="http://schemas.openxmlformats.org/officeDocument/2006/relationships/image" Target="../media/image81.png"/><Relationship Id="rId22" Type="http://schemas.openxmlformats.org/officeDocument/2006/relationships/image" Target="../media/image82.png"/><Relationship Id="rId23" Type="http://schemas.openxmlformats.org/officeDocument/2006/relationships/image" Target="../media/image83.png"/><Relationship Id="rId24" Type="http://schemas.openxmlformats.org/officeDocument/2006/relationships/image" Target="../media/image84.png"/><Relationship Id="rId25" Type="http://schemas.openxmlformats.org/officeDocument/2006/relationships/image" Target="../media/image85.png"/><Relationship Id="rId26" Type="http://schemas.openxmlformats.org/officeDocument/2006/relationships/image" Target="../media/image86.png"/><Relationship Id="rId27" Type="http://schemas.openxmlformats.org/officeDocument/2006/relationships/image" Target="../media/image87.png"/><Relationship Id="rId28" Type="http://schemas.openxmlformats.org/officeDocument/2006/relationships/image" Target="../media/image88.pn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Relationship Id="rId6" Type="http://schemas.openxmlformats.org/officeDocument/2006/relationships/image" Target="../media/image93.png"/><Relationship Id="rId7" Type="http://schemas.openxmlformats.org/officeDocument/2006/relationships/image" Target="../media/image94.png"/><Relationship Id="rId8" Type="http://schemas.openxmlformats.org/officeDocument/2006/relationships/image" Target="../media/image95.png"/><Relationship Id="rId9" Type="http://schemas.openxmlformats.org/officeDocument/2006/relationships/image" Target="../media/image96.png"/><Relationship Id="rId10" Type="http://schemas.openxmlformats.org/officeDocument/2006/relationships/image" Target="../media/image97.png"/><Relationship Id="rId11" Type="http://schemas.openxmlformats.org/officeDocument/2006/relationships/image" Target="../media/image98.png"/><Relationship Id="rId12" Type="http://schemas.openxmlformats.org/officeDocument/2006/relationships/image" Target="../media/image99.png"/><Relationship Id="rId13" Type="http://schemas.openxmlformats.org/officeDocument/2006/relationships/image" Target="../media/image100.png"/><Relationship Id="rId14" Type="http://schemas.openxmlformats.org/officeDocument/2006/relationships/image" Target="../media/image101.png"/><Relationship Id="rId15" Type="http://schemas.openxmlformats.org/officeDocument/2006/relationships/image" Target="../media/image102.png"/><Relationship Id="rId16" Type="http://schemas.openxmlformats.org/officeDocument/2006/relationships/image" Target="../media/image103.png"/><Relationship Id="rId17" Type="http://schemas.openxmlformats.org/officeDocument/2006/relationships/image" Target="../media/image104.png"/><Relationship Id="rId18" Type="http://schemas.openxmlformats.org/officeDocument/2006/relationships/image" Target="../media/image105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png"/><Relationship Id="rId3" Type="http://schemas.openxmlformats.org/officeDocument/2006/relationships/image" Target="../media/image107.jp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1473453" y="3113404"/>
            <a:ext cx="8002905" cy="1696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0950" spc="-1095" b="1">
                <a:solidFill>
                  <a:srgbClr val="FFFFFF"/>
                </a:solidFill>
                <a:latin typeface="Verdana"/>
                <a:cs typeface="Verdana"/>
              </a:rPr>
              <a:t>UN</a:t>
            </a:r>
            <a:r>
              <a:rPr dirty="0" sz="10950" spc="-1380" b="1">
                <a:solidFill>
                  <a:srgbClr val="FFFFFF"/>
                </a:solidFill>
                <a:latin typeface="Verdana"/>
                <a:cs typeface="Verdana"/>
              </a:rPr>
              <a:t>I</a:t>
            </a:r>
            <a:r>
              <a:rPr dirty="0" sz="10950" spc="-1070" b="1">
                <a:solidFill>
                  <a:srgbClr val="FFFFFF"/>
                </a:solidFill>
                <a:latin typeface="Verdana"/>
                <a:cs typeface="Verdana"/>
              </a:rPr>
              <a:t>V</a:t>
            </a:r>
            <a:r>
              <a:rPr dirty="0" sz="10950" spc="-1030" b="1">
                <a:solidFill>
                  <a:srgbClr val="FFFFFF"/>
                </a:solidFill>
                <a:latin typeface="Verdana"/>
                <a:cs typeface="Verdana"/>
              </a:rPr>
              <a:t>E</a:t>
            </a:r>
            <a:r>
              <a:rPr dirty="0" sz="10950" spc="-1120" b="1">
                <a:solidFill>
                  <a:srgbClr val="FFFFFF"/>
                </a:solidFill>
                <a:latin typeface="Verdana"/>
                <a:cs typeface="Verdana"/>
              </a:rPr>
              <a:t>R</a:t>
            </a:r>
            <a:r>
              <a:rPr dirty="0" sz="10950" spc="-1105" b="1">
                <a:solidFill>
                  <a:srgbClr val="FFFFFF"/>
                </a:solidFill>
                <a:latin typeface="Verdana"/>
                <a:cs typeface="Verdana"/>
              </a:rPr>
              <a:t>S</a:t>
            </a:r>
            <a:r>
              <a:rPr dirty="0" sz="10950" spc="-1065" b="1">
                <a:solidFill>
                  <a:srgbClr val="FFFFFF"/>
                </a:solidFill>
                <a:latin typeface="Verdana"/>
                <a:cs typeface="Verdana"/>
              </a:rPr>
              <a:t>A</a:t>
            </a:r>
            <a:r>
              <a:rPr dirty="0" sz="10950" spc="-475" b="1">
                <a:solidFill>
                  <a:srgbClr val="FFFFFF"/>
                </a:solidFill>
                <a:latin typeface="Verdana"/>
                <a:cs typeface="Verdana"/>
              </a:rPr>
              <a:t>L</a:t>
            </a:r>
            <a:endParaRPr sz="10950">
              <a:latin typeface="Verdana"/>
              <a:cs typeface="Verdana"/>
            </a:endParaRPr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49100" y="1019175"/>
            <a:ext cx="4848225" cy="8248650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1997710" y="2171277"/>
            <a:ext cx="5516245" cy="883285"/>
          </a:xfrm>
          <a:prstGeom prst="rect">
            <a:avLst/>
          </a:prstGeom>
        </p:spPr>
        <p:txBody>
          <a:bodyPr wrap="square" lIns="0" tIns="1352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dirty="0" sz="2000" spc="240" b="1">
                <a:solidFill>
                  <a:srgbClr val="FFFFFF"/>
                </a:solidFill>
                <a:latin typeface="Arial"/>
                <a:cs typeface="Arial"/>
              </a:rPr>
              <a:t>PROJETO</a:t>
            </a:r>
            <a:r>
              <a:rPr dirty="0" sz="2000" spc="44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125">
                <a:solidFill>
                  <a:srgbClr val="FD422D"/>
                </a:solidFill>
                <a:latin typeface="Arial MT"/>
                <a:cs typeface="Arial MT"/>
              </a:rPr>
              <a:t>A3 </a:t>
            </a:r>
            <a:endParaRPr sz="20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980"/>
              </a:spcBef>
            </a:pPr>
            <a:r>
              <a:rPr dirty="0" sz="2000" spc="204" b="1">
                <a:solidFill>
                  <a:srgbClr val="FFFFFF"/>
                </a:solidFill>
                <a:latin typeface="Arial"/>
                <a:cs typeface="Arial"/>
              </a:rPr>
              <a:t>REFATORAÇÃO</a:t>
            </a:r>
            <a:r>
              <a:rPr dirty="0" sz="2000" spc="39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110" b="1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dirty="0" sz="2000" spc="36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305" b="1">
                <a:solidFill>
                  <a:srgbClr val="FFFFFF"/>
                </a:solidFill>
                <a:latin typeface="Arial"/>
                <a:cs typeface="Arial"/>
              </a:rPr>
              <a:t>CÓDIGO</a:t>
            </a:r>
            <a:r>
              <a:rPr dirty="0" sz="2000" spc="32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b="1">
                <a:solidFill>
                  <a:srgbClr val="FFFFFF"/>
                </a:solidFill>
                <a:latin typeface="Arial"/>
                <a:cs typeface="Arial"/>
              </a:rPr>
              <a:t>·</a:t>
            </a:r>
            <a:r>
              <a:rPr dirty="0" sz="2000" spc="35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175" b="1">
                <a:solidFill>
                  <a:srgbClr val="FFFFFF"/>
                </a:solidFill>
                <a:latin typeface="Arial"/>
                <a:cs typeface="Arial"/>
              </a:rPr>
              <a:t>CLEAN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1997710" y="2939415"/>
            <a:ext cx="4715510" cy="3340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000" spc="240" b="1">
                <a:solidFill>
                  <a:srgbClr val="FFFFFF"/>
                </a:solidFill>
                <a:latin typeface="Arial"/>
                <a:cs typeface="Arial"/>
              </a:rPr>
              <a:t>CODE</a:t>
            </a:r>
            <a:r>
              <a:rPr dirty="0" sz="2000" spc="35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b="1">
                <a:solidFill>
                  <a:srgbClr val="FFFFFF"/>
                </a:solidFill>
                <a:latin typeface="Arial"/>
                <a:cs typeface="Arial"/>
              </a:rPr>
              <a:t>·</a:t>
            </a:r>
            <a:r>
              <a:rPr dirty="0" sz="2000" spc="34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210" b="1">
                <a:solidFill>
                  <a:srgbClr val="FFFFFF"/>
                </a:solidFill>
                <a:latin typeface="Arial"/>
                <a:cs typeface="Arial"/>
              </a:rPr>
              <a:t>PADRÕES</a:t>
            </a:r>
            <a:r>
              <a:rPr dirty="0" sz="2000" spc="33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110" b="1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dirty="0" sz="2000" spc="35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00" spc="240" b="1">
                <a:solidFill>
                  <a:srgbClr val="FFFFFF"/>
                </a:solidFill>
                <a:latin typeface="Arial"/>
                <a:cs typeface="Arial"/>
              </a:rPr>
              <a:t>PROJETO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1473453" y="4296028"/>
            <a:ext cx="8307705" cy="297180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0950" spc="-425">
                <a:solidFill>
                  <a:srgbClr val="FD422D"/>
                </a:solidFill>
                <a:latin typeface="Verdana"/>
                <a:cs typeface="Verdana"/>
              </a:rPr>
              <a:t>C</a:t>
            </a:r>
            <a:r>
              <a:rPr dirty="0" sz="10950" spc="-405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10950" spc="-395">
                <a:solidFill>
                  <a:srgbClr val="FD422D"/>
                </a:solidFill>
                <a:latin typeface="Verdana"/>
                <a:cs typeface="Verdana"/>
              </a:rPr>
              <a:t>N</a:t>
            </a:r>
            <a:r>
              <a:rPr dirty="0" sz="10950" spc="-445">
                <a:solidFill>
                  <a:srgbClr val="FD422D"/>
                </a:solidFill>
                <a:latin typeface="Verdana"/>
                <a:cs typeface="Verdana"/>
              </a:rPr>
              <a:t>V</a:t>
            </a:r>
            <a:r>
              <a:rPr dirty="0" sz="10950" spc="-355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10950" spc="-465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r>
              <a:rPr dirty="0" sz="10950" spc="-415">
                <a:solidFill>
                  <a:srgbClr val="FD422D"/>
                </a:solidFill>
                <a:latin typeface="Verdana"/>
                <a:cs typeface="Verdana"/>
              </a:rPr>
              <a:t>T</a:t>
            </a:r>
            <a:r>
              <a:rPr dirty="0" sz="10950" spc="-355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10950" spc="280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endParaRPr sz="10950">
              <a:latin typeface="Verdana"/>
              <a:cs typeface="Verdana"/>
            </a:endParaRPr>
          </a:p>
          <a:p>
            <a:pPr marL="1464945">
              <a:lnSpc>
                <a:spcPct val="100000"/>
              </a:lnSpc>
              <a:spcBef>
                <a:spcPts val="7459"/>
              </a:spcBef>
            </a:pPr>
            <a:r>
              <a:rPr dirty="0" sz="2150" spc="-150" b="1">
                <a:solidFill>
                  <a:srgbClr val="341A36"/>
                </a:solidFill>
                <a:latin typeface="Verdana"/>
                <a:cs typeface="Verdana"/>
              </a:rPr>
              <a:t>IN</a:t>
            </a:r>
            <a:r>
              <a:rPr dirty="0" sz="2150" spc="-395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-125" b="1">
                <a:solidFill>
                  <a:srgbClr val="341A36"/>
                </a:solidFill>
                <a:latin typeface="Verdana"/>
                <a:cs typeface="Verdana"/>
              </a:rPr>
              <a:t>T</a:t>
            </a:r>
            <a:r>
              <a:rPr dirty="0" sz="2150" spc="-425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85" b="1">
                <a:solidFill>
                  <a:srgbClr val="341A36"/>
                </a:solidFill>
                <a:latin typeface="Verdana"/>
                <a:cs typeface="Verdana"/>
              </a:rPr>
              <a:t>EG</a:t>
            </a:r>
            <a:r>
              <a:rPr dirty="0" sz="2150" spc="-385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341A36"/>
                </a:solidFill>
                <a:latin typeface="Verdana"/>
                <a:cs typeface="Verdana"/>
              </a:rPr>
              <a:t>R</a:t>
            </a:r>
            <a:r>
              <a:rPr dirty="0" sz="2150" spc="-459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-25" b="1">
                <a:solidFill>
                  <a:srgbClr val="341A36"/>
                </a:solidFill>
                <a:latin typeface="Verdana"/>
                <a:cs typeface="Verdana"/>
              </a:rPr>
              <a:t>A</a:t>
            </a:r>
            <a:r>
              <a:rPr dirty="0" sz="2150" spc="-445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-80" b="1">
                <a:solidFill>
                  <a:srgbClr val="341A36"/>
                </a:solidFill>
                <a:latin typeface="Verdana"/>
                <a:cs typeface="Verdana"/>
              </a:rPr>
              <a:t>N</a:t>
            </a:r>
            <a:r>
              <a:rPr dirty="0" sz="2150" spc="-375" b="1">
                <a:solidFill>
                  <a:srgbClr val="341A36"/>
                </a:solidFill>
                <a:latin typeface="Verdana"/>
                <a:cs typeface="Verdana"/>
              </a:rPr>
              <a:t> </a:t>
            </a:r>
            <a:r>
              <a:rPr dirty="0" sz="2150" spc="-125" b="1">
                <a:solidFill>
                  <a:srgbClr val="FFFFFF"/>
                </a:solidFill>
                <a:latin typeface="Verdana"/>
                <a:cs typeface="Verdana"/>
              </a:rPr>
              <a:t>T</a:t>
            </a:r>
            <a:r>
              <a:rPr dirty="0" sz="2150" spc="-42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150" spc="50" b="1">
                <a:solidFill>
                  <a:srgbClr val="FFFFFF"/>
                </a:solidFill>
                <a:latin typeface="Verdana"/>
                <a:cs typeface="Verdana"/>
              </a:rPr>
              <a:t>ES</a:t>
            </a:r>
            <a:r>
              <a:rPr dirty="0" sz="2150" spc="-39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150" spc="-345" b="1">
                <a:solidFill>
                  <a:srgbClr val="FFFFFF"/>
                </a:solidFill>
                <a:latin typeface="Verdana"/>
                <a:cs typeface="Verdana"/>
              </a:rPr>
              <a:t>:</a:t>
            </a:r>
            <a:endParaRPr sz="2150">
              <a:latin typeface="Verdana"/>
              <a:cs typeface="Verdana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2817495" y="7491666"/>
            <a:ext cx="3983354" cy="22644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367030" indent="-354330">
              <a:lnSpc>
                <a:spcPts val="2530"/>
              </a:lnSpc>
              <a:spcBef>
                <a:spcPts val="125"/>
              </a:spcBef>
              <a:buFont typeface="Arial MT"/>
              <a:buChar char="•"/>
              <a:tabLst>
                <a:tab pos="367030" algn="l"/>
                <a:tab pos="2476500" algn="l"/>
              </a:tabLst>
            </a:pPr>
            <a:r>
              <a:rPr dirty="0" sz="2150" spc="85" b="1">
                <a:solidFill>
                  <a:srgbClr val="FD422D"/>
                </a:solidFill>
                <a:latin typeface="Verdana"/>
                <a:cs typeface="Verdana"/>
              </a:rPr>
              <a:t>LE</a:t>
            </a:r>
            <a:r>
              <a:rPr dirty="0" sz="2150" spc="-40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spc="-40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85" b="1">
                <a:solidFill>
                  <a:srgbClr val="FD422D"/>
                </a:solidFill>
                <a:latin typeface="Verdana"/>
                <a:cs typeface="Verdana"/>
              </a:rPr>
              <a:t>NA</a:t>
            </a:r>
            <a:r>
              <a:rPr dirty="0" sz="2150" spc="-45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r>
              <a:rPr dirty="0" sz="2150" spc="-39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D</a:t>
            </a:r>
            <a:r>
              <a:rPr dirty="0" sz="2150" spc="-434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	</a:t>
            </a:r>
            <a:r>
              <a:rPr dirty="0" sz="2150" b="1">
                <a:solidFill>
                  <a:srgbClr val="F6F4F0"/>
                </a:solidFill>
                <a:latin typeface="Verdana"/>
                <a:cs typeface="Verdana"/>
              </a:rPr>
              <a:t>M</a:t>
            </a:r>
            <a:r>
              <a:rPr dirty="0" sz="2150" spc="-40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85" b="1">
                <a:solidFill>
                  <a:srgbClr val="F6F4F0"/>
                </a:solidFill>
                <a:latin typeface="Verdana"/>
                <a:cs typeface="Verdana"/>
              </a:rPr>
              <a:t>EL</a:t>
            </a:r>
            <a:r>
              <a:rPr dirty="0" sz="2150" spc="-38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6F4F0"/>
                </a:solidFill>
                <a:latin typeface="Verdana"/>
                <a:cs typeface="Verdana"/>
              </a:rPr>
              <a:t>O</a:t>
            </a:r>
            <a:endParaRPr sz="2150">
              <a:latin typeface="Verdana"/>
              <a:cs typeface="Verdana"/>
            </a:endParaRPr>
          </a:p>
          <a:p>
            <a:pPr marL="251460">
              <a:lnSpc>
                <a:spcPts val="2515"/>
              </a:lnSpc>
            </a:pP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P</a:t>
            </a:r>
            <a:r>
              <a:rPr dirty="0" sz="2150" spc="-44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0" b="1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2150" spc="-38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50" b="1">
                <a:solidFill>
                  <a:srgbClr val="FD422D"/>
                </a:solidFill>
                <a:latin typeface="Verdana"/>
                <a:cs typeface="Verdana"/>
              </a:rPr>
              <a:t>LI</a:t>
            </a:r>
            <a:r>
              <a:rPr dirty="0" sz="2150" spc="-38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C</a:t>
            </a:r>
            <a:r>
              <a:rPr dirty="0" sz="2150" spc="-44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5" b="1">
                <a:solidFill>
                  <a:srgbClr val="FD422D"/>
                </a:solidFill>
                <a:latin typeface="Verdana"/>
                <a:cs typeface="Verdana"/>
              </a:rPr>
              <a:t>A</a:t>
            </a:r>
            <a:r>
              <a:rPr dirty="0" sz="2150" spc="-44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80" b="1">
                <a:solidFill>
                  <a:srgbClr val="FD422D"/>
                </a:solidFill>
                <a:latin typeface="Verdana"/>
                <a:cs typeface="Verdana"/>
              </a:rPr>
              <a:t>N</a:t>
            </a:r>
            <a:r>
              <a:rPr dirty="0" sz="2150" spc="-38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endParaRPr sz="2150">
              <a:latin typeface="Verdana"/>
              <a:cs typeface="Verdana"/>
            </a:endParaRPr>
          </a:p>
          <a:p>
            <a:pPr marL="367030" indent="-354330">
              <a:lnSpc>
                <a:spcPts val="2515"/>
              </a:lnSpc>
              <a:buFont typeface="Arial MT"/>
              <a:buChar char="•"/>
              <a:tabLst>
                <a:tab pos="367030" algn="l"/>
                <a:tab pos="1908175" algn="l"/>
              </a:tabLst>
            </a:pP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C</a:t>
            </a:r>
            <a:r>
              <a:rPr dirty="0" sz="2150" spc="-45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5" b="1">
                <a:solidFill>
                  <a:srgbClr val="FD422D"/>
                </a:solidFill>
                <a:latin typeface="Verdana"/>
                <a:cs typeface="Verdana"/>
              </a:rPr>
              <a:t>A</a:t>
            </a:r>
            <a:r>
              <a:rPr dirty="0" sz="2150" spc="-36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r>
              <a:rPr dirty="0" sz="2150" spc="-45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90" b="1">
                <a:solidFill>
                  <a:srgbClr val="FD422D"/>
                </a:solidFill>
                <a:latin typeface="Verdana"/>
                <a:cs typeface="Verdana"/>
              </a:rPr>
              <a:t>LO</a:t>
            </a:r>
            <a:r>
              <a:rPr dirty="0" sz="2150" spc="-38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D422D"/>
                </a:solidFill>
                <a:latin typeface="Verdana"/>
                <a:cs typeface="Verdana"/>
              </a:rPr>
              <a:t>S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	</a:t>
            </a:r>
            <a:r>
              <a:rPr dirty="0" sz="2150" spc="120" b="1">
                <a:solidFill>
                  <a:srgbClr val="FD422D"/>
                </a:solidFill>
                <a:latin typeface="Verdana"/>
                <a:cs typeface="Verdana"/>
              </a:rPr>
              <a:t>ED</a:t>
            </a:r>
            <a:r>
              <a:rPr dirty="0" sz="2150" spc="-40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60" b="1">
                <a:solidFill>
                  <a:srgbClr val="F6F4F0"/>
                </a:solidFill>
                <a:latin typeface="Verdana"/>
                <a:cs typeface="Verdana"/>
              </a:rPr>
              <a:t>U</a:t>
            </a:r>
            <a:r>
              <a:rPr dirty="0" sz="2150" spc="-42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25" b="1">
                <a:solidFill>
                  <a:srgbClr val="F6F4F0"/>
                </a:solidFill>
                <a:latin typeface="Verdana"/>
                <a:cs typeface="Verdana"/>
              </a:rPr>
              <a:t>A</a:t>
            </a:r>
            <a:r>
              <a:rPr dirty="0" sz="2150" spc="-445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6F4F0"/>
                </a:solidFill>
                <a:latin typeface="Verdana"/>
                <a:cs typeface="Verdana"/>
              </a:rPr>
              <a:t>R</a:t>
            </a:r>
            <a:r>
              <a:rPr dirty="0" sz="2150" spc="-38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6F4F0"/>
                </a:solidFill>
                <a:latin typeface="Verdana"/>
                <a:cs typeface="Verdana"/>
              </a:rPr>
              <a:t>D</a:t>
            </a:r>
            <a:r>
              <a:rPr dirty="0" sz="2150" spc="-43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6F4F0"/>
                </a:solidFill>
                <a:latin typeface="Verdana"/>
                <a:cs typeface="Verdana"/>
              </a:rPr>
              <a:t>O</a:t>
            </a:r>
            <a:endParaRPr sz="2150">
              <a:latin typeface="Verdana"/>
              <a:cs typeface="Verdana"/>
            </a:endParaRPr>
          </a:p>
          <a:p>
            <a:pPr marL="251460">
              <a:lnSpc>
                <a:spcPts val="2480"/>
              </a:lnSpc>
              <a:tabLst>
                <a:tab pos="1117600" algn="l"/>
                <a:tab pos="2661920" algn="l"/>
              </a:tabLst>
            </a:pP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D</a:t>
            </a:r>
            <a:r>
              <a:rPr dirty="0" sz="2150" spc="-434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spc="-40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D422D"/>
                </a:solidFill>
                <a:latin typeface="Verdana"/>
                <a:cs typeface="Verdana"/>
              </a:rPr>
              <a:t>S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	</a:t>
            </a:r>
            <a:r>
              <a:rPr dirty="0" sz="2150" spc="-160" b="1">
                <a:solidFill>
                  <a:srgbClr val="FD422D"/>
                </a:solidFill>
                <a:latin typeface="Verdana"/>
                <a:cs typeface="Verdana"/>
              </a:rPr>
              <a:t>S</a:t>
            </a:r>
            <a:r>
              <a:rPr dirty="0" sz="2150" spc="-38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5" b="1">
                <a:solidFill>
                  <a:srgbClr val="FD422D"/>
                </a:solidFill>
                <a:latin typeface="Verdana"/>
                <a:cs typeface="Verdana"/>
              </a:rPr>
              <a:t>A</a:t>
            </a:r>
            <a:r>
              <a:rPr dirty="0" sz="2150" spc="-44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NT</a:t>
            </a:r>
            <a:r>
              <a:rPr dirty="0" sz="2150" spc="-42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spc="-35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6F4F0"/>
                </a:solidFill>
                <a:latin typeface="Verdana"/>
                <a:cs typeface="Verdana"/>
              </a:rPr>
              <a:t>S</a:t>
            </a:r>
            <a:r>
              <a:rPr dirty="0" sz="2150" b="1">
                <a:solidFill>
                  <a:srgbClr val="F6F4F0"/>
                </a:solidFill>
                <a:latin typeface="Verdana"/>
                <a:cs typeface="Verdana"/>
              </a:rPr>
              <a:t>	</a:t>
            </a:r>
            <a:r>
              <a:rPr dirty="0" sz="2150" spc="90" b="1">
                <a:solidFill>
                  <a:srgbClr val="F6F4F0"/>
                </a:solidFill>
                <a:latin typeface="Verdana"/>
                <a:cs typeface="Verdana"/>
              </a:rPr>
              <a:t>JU</a:t>
            </a:r>
            <a:r>
              <a:rPr dirty="0" sz="2150" spc="-42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80" b="1">
                <a:solidFill>
                  <a:srgbClr val="F6F4F0"/>
                </a:solidFill>
                <a:latin typeface="Verdana"/>
                <a:cs typeface="Verdana"/>
              </a:rPr>
              <a:t>N</a:t>
            </a:r>
            <a:r>
              <a:rPr dirty="0" sz="2150" spc="-39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114" b="1">
                <a:solidFill>
                  <a:srgbClr val="F6F4F0"/>
                </a:solidFill>
                <a:latin typeface="Verdana"/>
                <a:cs typeface="Verdana"/>
              </a:rPr>
              <a:t>IO</a:t>
            </a:r>
            <a:r>
              <a:rPr dirty="0" sz="2150" spc="-390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6F4F0"/>
                </a:solidFill>
                <a:latin typeface="Verdana"/>
                <a:cs typeface="Verdana"/>
              </a:rPr>
              <a:t>R</a:t>
            </a:r>
            <a:endParaRPr sz="2150">
              <a:latin typeface="Verdana"/>
              <a:cs typeface="Verdana"/>
            </a:endParaRPr>
          </a:p>
          <a:p>
            <a:pPr marL="367030" indent="-354330">
              <a:lnSpc>
                <a:spcPts val="2515"/>
              </a:lnSpc>
              <a:buFont typeface="Arial MT"/>
              <a:buChar char="•"/>
              <a:tabLst>
                <a:tab pos="367030" algn="l"/>
                <a:tab pos="1841500" algn="l"/>
              </a:tabLst>
            </a:pP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P</a:t>
            </a:r>
            <a:r>
              <a:rPr dirty="0" sz="2150" spc="-45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0" b="1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2150" spc="-39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D</a:t>
            </a:r>
            <a:r>
              <a:rPr dirty="0" sz="2150" spc="-43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r>
              <a:rPr dirty="0" sz="2150" spc="-459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	</a:t>
            </a:r>
            <a:r>
              <a:rPr dirty="0" sz="2150" spc="95" b="1">
                <a:solidFill>
                  <a:srgbClr val="FD422D"/>
                </a:solidFill>
                <a:latin typeface="Verdana"/>
                <a:cs typeface="Verdana"/>
              </a:rPr>
              <a:t>HE</a:t>
            </a:r>
            <a:r>
              <a:rPr dirty="0" sz="2150" spc="-38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80" b="1">
                <a:solidFill>
                  <a:srgbClr val="FFFFFF"/>
                </a:solidFill>
                <a:latin typeface="Verdana"/>
                <a:cs typeface="Verdana"/>
              </a:rPr>
              <a:t>N</a:t>
            </a:r>
            <a:r>
              <a:rPr dirty="0" sz="2150" spc="-42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6F4F0"/>
                </a:solidFill>
                <a:latin typeface="Verdana"/>
                <a:cs typeface="Verdana"/>
              </a:rPr>
              <a:t>R</a:t>
            </a:r>
            <a:r>
              <a:rPr dirty="0" sz="2150" spc="-459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470" b="1">
                <a:solidFill>
                  <a:srgbClr val="F6F4F0"/>
                </a:solidFill>
                <a:latin typeface="Verdana"/>
                <a:cs typeface="Verdana"/>
              </a:rPr>
              <a:t>I</a:t>
            </a:r>
            <a:r>
              <a:rPr dirty="0" sz="2150" spc="-395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100" b="1">
                <a:solidFill>
                  <a:srgbClr val="F6F4F0"/>
                </a:solidFill>
                <a:latin typeface="Verdana"/>
                <a:cs typeface="Verdana"/>
              </a:rPr>
              <a:t>QU</a:t>
            </a:r>
            <a:r>
              <a:rPr dirty="0" sz="2150" spc="-425" b="1">
                <a:solidFill>
                  <a:srgbClr val="F6F4F0"/>
                </a:solidFill>
                <a:latin typeface="Verdana"/>
                <a:cs typeface="Verdana"/>
              </a:rPr>
              <a:t> </a:t>
            </a:r>
            <a:r>
              <a:rPr dirty="0" sz="2150" spc="-60" b="1">
                <a:solidFill>
                  <a:srgbClr val="F6F4F0"/>
                </a:solidFill>
                <a:latin typeface="Verdana"/>
                <a:cs typeface="Verdana"/>
              </a:rPr>
              <a:t>E</a:t>
            </a:r>
            <a:endParaRPr sz="2150">
              <a:latin typeface="Verdana"/>
              <a:cs typeface="Verdana"/>
            </a:endParaRPr>
          </a:p>
          <a:p>
            <a:pPr marL="251460" marR="1003935">
              <a:lnSpc>
                <a:spcPts val="2480"/>
              </a:lnSpc>
              <a:spcBef>
                <a:spcPts val="150"/>
              </a:spcBef>
              <a:tabLst>
                <a:tab pos="2479675" algn="l"/>
              </a:tabLst>
            </a:pPr>
            <a:r>
              <a:rPr dirty="0" sz="2150" spc="100" b="1">
                <a:solidFill>
                  <a:srgbClr val="FD422D"/>
                </a:solidFill>
                <a:latin typeface="Verdana"/>
                <a:cs typeface="Verdana"/>
              </a:rPr>
              <a:t>HÔ</a:t>
            </a:r>
            <a:r>
              <a:rPr dirty="0" sz="2150" spc="-39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10" b="1">
                <a:solidFill>
                  <a:srgbClr val="FD422D"/>
                </a:solidFill>
                <a:latin typeface="Verdana"/>
                <a:cs typeface="Verdana"/>
              </a:rPr>
              <a:t>R</a:t>
            </a:r>
            <a:r>
              <a:rPr dirty="0" sz="2150" spc="-459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25" b="1">
                <a:solidFill>
                  <a:srgbClr val="FD422D"/>
                </a:solidFill>
                <a:latin typeface="Verdana"/>
                <a:cs typeface="Verdana"/>
              </a:rPr>
              <a:t>T</a:t>
            </a:r>
            <a:r>
              <a:rPr dirty="0" sz="2150" spc="-43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20" b="1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2150" spc="-39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105" b="1">
                <a:solidFill>
                  <a:srgbClr val="FD422D"/>
                </a:solidFill>
                <a:latin typeface="Verdana"/>
                <a:cs typeface="Verdana"/>
              </a:rPr>
              <a:t>NC</a:t>
            </a:r>
            <a:r>
              <a:rPr dirty="0" sz="2150" spc="-37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470" b="1">
                <a:solidFill>
                  <a:srgbClr val="FD422D"/>
                </a:solidFill>
                <a:latin typeface="Verdana"/>
                <a:cs typeface="Verdana"/>
              </a:rPr>
              <a:t>I</a:t>
            </a:r>
            <a:r>
              <a:rPr dirty="0" sz="2150" spc="-44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50" b="1">
                <a:solidFill>
                  <a:srgbClr val="FFFFFF"/>
                </a:solidFill>
                <a:latin typeface="Verdana"/>
                <a:cs typeface="Verdana"/>
              </a:rPr>
              <a:t>O</a:t>
            </a:r>
            <a:r>
              <a:rPr dirty="0" sz="2150" b="1">
                <a:solidFill>
                  <a:srgbClr val="FFFFFF"/>
                </a:solidFill>
                <a:latin typeface="Verdana"/>
                <a:cs typeface="Verdana"/>
              </a:rPr>
              <a:t>	</a:t>
            </a:r>
            <a:r>
              <a:rPr dirty="0" sz="2150" spc="125" b="1">
                <a:solidFill>
                  <a:srgbClr val="F6F4F0"/>
                </a:solidFill>
                <a:latin typeface="Verdana"/>
                <a:cs typeface="Verdana"/>
              </a:rPr>
              <a:t>DE </a:t>
            </a:r>
            <a:r>
              <a:rPr dirty="0" sz="2150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2150" spc="-39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50" b="1">
                <a:solidFill>
                  <a:srgbClr val="FD422D"/>
                </a:solidFill>
                <a:latin typeface="Verdana"/>
                <a:cs typeface="Verdana"/>
              </a:rPr>
              <a:t>LI</a:t>
            </a:r>
            <a:r>
              <a:rPr dirty="0" sz="2150" spc="-395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105" b="1">
                <a:solidFill>
                  <a:srgbClr val="FD422D"/>
                </a:solidFill>
                <a:latin typeface="Verdana"/>
                <a:cs typeface="Verdana"/>
              </a:rPr>
              <a:t>VE</a:t>
            </a:r>
            <a:r>
              <a:rPr dirty="0" sz="2150" spc="-390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165" b="1">
                <a:solidFill>
                  <a:srgbClr val="FD422D"/>
                </a:solidFill>
                <a:latin typeface="Verdana"/>
                <a:cs typeface="Verdana"/>
              </a:rPr>
              <a:t>IR</a:t>
            </a:r>
            <a:r>
              <a:rPr dirty="0" sz="2150" spc="-459" b="1">
                <a:solidFill>
                  <a:srgbClr val="FD422D"/>
                </a:solidFill>
                <a:latin typeface="Verdana"/>
                <a:cs typeface="Verdana"/>
              </a:rPr>
              <a:t> </a:t>
            </a:r>
            <a:r>
              <a:rPr dirty="0" sz="2150" spc="-60" b="1">
                <a:solidFill>
                  <a:srgbClr val="FD422D"/>
                </a:solidFill>
                <a:latin typeface="Verdana"/>
                <a:cs typeface="Verdana"/>
              </a:rPr>
              <a:t>A</a:t>
            </a:r>
            <a:endParaRPr sz="21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"/>
          <p:cNvGrpSpPr/>
          <p:nvPr/>
        </p:nvGrpSpPr>
        <p:grpSpPr>
          <a:xfrm>
            <a:off x="1028700" y="990600"/>
            <a:ext cx="7915275" cy="8305800"/>
            <a:chOff x="1028700" y="990600"/>
            <a:chExt cx="7915275" cy="8305800"/>
          </a:xfrm>
        </p:grpSpPr>
        <p:pic>
          <p:nvPicPr>
            <p:cNvPr id="3" name="object 3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28700" y="1654175"/>
              <a:ext cx="6981825" cy="6985000"/>
            </a:xfrm>
            <a:prstGeom prst="rect">
              <a:avLst/>
            </a:prstGeom>
          </p:spPr>
        </p:pic>
        <p:pic>
          <p:nvPicPr>
            <p:cNvPr id="4" name="object 4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62526" y="1033462"/>
              <a:ext cx="4448175" cy="8229600"/>
            </a:xfrm>
            <a:prstGeom prst="rect">
              <a:avLst/>
            </a:prstGeom>
          </p:spPr>
        </p:pic>
        <p:pic>
          <p:nvPicPr>
            <p:cNvPr id="5" name="object 5" descr="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38713" y="1009650"/>
              <a:ext cx="4495800" cy="8277225"/>
            </a:xfrm>
            <a:prstGeom prst="rect">
              <a:avLst/>
            </a:prstGeom>
          </p:spPr>
        </p:pic>
        <p:pic>
          <p:nvPicPr>
            <p:cNvPr id="6" name="object 6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419600" y="990600"/>
              <a:ext cx="4524375" cy="8305800"/>
            </a:xfrm>
            <a:prstGeom prst="rect">
              <a:avLst/>
            </a:prstGeom>
          </p:spPr>
        </p:pic>
      </p:grpSp>
      <p:pic>
        <p:nvPicPr>
          <p:cNvPr id="7" name="object 7" descr="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493502" y="2660269"/>
            <a:ext cx="3846957" cy="240791"/>
          </a:xfrm>
          <a:prstGeom prst="rect">
            <a:avLst/>
          </a:prstGeom>
        </p:spPr>
      </p:pic>
      <p:pic>
        <p:nvPicPr>
          <p:cNvPr id="8" name="object 8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09656" y="3081654"/>
            <a:ext cx="63753" cy="63626"/>
          </a:xfrm>
          <a:prstGeom prst="rect">
            <a:avLst/>
          </a:prstGeom>
        </p:spPr>
      </p:pic>
      <p:pic>
        <p:nvPicPr>
          <p:cNvPr id="9" name="object 9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939653" y="3012694"/>
            <a:ext cx="4830572" cy="240791"/>
          </a:xfrm>
          <a:prstGeom prst="rect">
            <a:avLst/>
          </a:prstGeom>
        </p:spPr>
      </p:pic>
      <p:pic>
        <p:nvPicPr>
          <p:cNvPr id="10" name="object 10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0936096" y="3374644"/>
            <a:ext cx="1198118" cy="192150"/>
          </a:xfrm>
          <a:prstGeom prst="rect">
            <a:avLst/>
          </a:prstGeom>
        </p:spPr>
      </p:pic>
      <p:pic>
        <p:nvPicPr>
          <p:cNvPr id="11" name="object 11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1067795" y="3794252"/>
            <a:ext cx="99059" cy="97662"/>
          </a:xfrm>
          <a:prstGeom prst="rect">
            <a:avLst/>
          </a:prstGeom>
        </p:spPr>
      </p:pic>
      <p:pic>
        <p:nvPicPr>
          <p:cNvPr id="12" name="object 12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344782" y="3727069"/>
            <a:ext cx="5200269" cy="240791"/>
          </a:xfrm>
          <a:prstGeom prst="rect">
            <a:avLst/>
          </a:prstGeom>
        </p:spPr>
      </p:pic>
      <p:pic>
        <p:nvPicPr>
          <p:cNvPr id="13" name="object 13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1067795" y="4146677"/>
            <a:ext cx="99059" cy="97662"/>
          </a:xfrm>
          <a:prstGeom prst="rect">
            <a:avLst/>
          </a:prstGeom>
        </p:spPr>
      </p:pic>
      <p:pic>
        <p:nvPicPr>
          <p:cNvPr id="14" name="object 14" descr="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357102" y="4079494"/>
            <a:ext cx="4323588" cy="240791"/>
          </a:xfrm>
          <a:prstGeom prst="rect">
            <a:avLst/>
          </a:prstGeom>
        </p:spPr>
      </p:pic>
      <p:pic>
        <p:nvPicPr>
          <p:cNvPr id="15" name="object 15" descr="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1355578" y="4441444"/>
            <a:ext cx="1474724" cy="240791"/>
          </a:xfrm>
          <a:prstGeom prst="rect">
            <a:avLst/>
          </a:prstGeom>
        </p:spPr>
      </p:pic>
      <p:pic>
        <p:nvPicPr>
          <p:cNvPr id="16" name="object 16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1067795" y="4861052"/>
            <a:ext cx="99059" cy="97662"/>
          </a:xfrm>
          <a:prstGeom prst="rect">
            <a:avLst/>
          </a:prstGeom>
        </p:spPr>
      </p:pic>
      <p:pic>
        <p:nvPicPr>
          <p:cNvPr id="17" name="object 17" descr="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1372977" y="4793869"/>
            <a:ext cx="3924300" cy="242061"/>
          </a:xfrm>
          <a:prstGeom prst="rect">
            <a:avLst/>
          </a:prstGeom>
        </p:spPr>
      </p:pic>
      <p:pic>
        <p:nvPicPr>
          <p:cNvPr id="18" name="object 18" descr="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0493502" y="5507990"/>
            <a:ext cx="2875788" cy="242315"/>
          </a:xfrm>
          <a:prstGeom prst="rect">
            <a:avLst/>
          </a:prstGeom>
        </p:spPr>
      </p:pic>
      <p:pic>
        <p:nvPicPr>
          <p:cNvPr id="19" name="object 19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09656" y="5929629"/>
            <a:ext cx="63753" cy="63627"/>
          </a:xfrm>
          <a:prstGeom prst="rect">
            <a:avLst/>
          </a:prstGeom>
        </p:spPr>
      </p:pic>
      <p:pic>
        <p:nvPicPr>
          <p:cNvPr id="20" name="object 20" descr="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0925302" y="5860669"/>
            <a:ext cx="4988306" cy="242061"/>
          </a:xfrm>
          <a:prstGeom prst="rect">
            <a:avLst/>
          </a:prstGeom>
        </p:spPr>
      </p:pic>
      <p:pic>
        <p:nvPicPr>
          <p:cNvPr id="21" name="object 21" descr="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0916284" y="6211823"/>
            <a:ext cx="1227455" cy="193421"/>
          </a:xfrm>
          <a:prstGeom prst="rect">
            <a:avLst/>
          </a:prstGeom>
        </p:spPr>
      </p:pic>
      <p:pic>
        <p:nvPicPr>
          <p:cNvPr id="22" name="object 22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09656" y="6644005"/>
            <a:ext cx="63753" cy="63627"/>
          </a:xfrm>
          <a:prstGeom prst="rect">
            <a:avLst/>
          </a:prstGeom>
        </p:spPr>
      </p:pic>
      <p:pic>
        <p:nvPicPr>
          <p:cNvPr id="23" name="object 23" descr="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0941177" y="6573773"/>
            <a:ext cx="5279390" cy="242062"/>
          </a:xfrm>
          <a:prstGeom prst="rect">
            <a:avLst/>
          </a:prstGeom>
        </p:spPr>
      </p:pic>
      <p:pic>
        <p:nvPicPr>
          <p:cNvPr id="24" name="object 24" descr="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0937367" y="6927468"/>
            <a:ext cx="1025398" cy="240791"/>
          </a:xfrm>
          <a:prstGeom prst="rect">
            <a:avLst/>
          </a:prstGeom>
        </p:spPr>
      </p:pic>
      <p:pic>
        <p:nvPicPr>
          <p:cNvPr id="25" name="object 25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09656" y="7348855"/>
            <a:ext cx="63753" cy="63626"/>
          </a:xfrm>
          <a:prstGeom prst="rect">
            <a:avLst/>
          </a:prstGeom>
        </p:spPr>
      </p:pic>
      <p:pic>
        <p:nvPicPr>
          <p:cNvPr id="26" name="object 26" descr="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10912982" y="7278623"/>
            <a:ext cx="5267325" cy="243331"/>
          </a:xfrm>
          <a:prstGeom prst="rect">
            <a:avLst/>
          </a:prstGeom>
        </p:spPr>
      </p:pic>
      <p:pic>
        <p:nvPicPr>
          <p:cNvPr id="27" name="object 27" descr="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10936096" y="7641843"/>
            <a:ext cx="3090418" cy="192150"/>
          </a:xfrm>
          <a:prstGeom prst="rect">
            <a:avLst/>
          </a:prstGeom>
        </p:spPr>
      </p:pic>
      <p:pic>
        <p:nvPicPr>
          <p:cNvPr id="28" name="object 28" descr="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0509377" y="8346693"/>
            <a:ext cx="2735707" cy="240792"/>
          </a:xfrm>
          <a:prstGeom prst="rect">
            <a:avLst/>
          </a:prstGeom>
        </p:spPr>
      </p:pic>
      <p:pic>
        <p:nvPicPr>
          <p:cNvPr id="29" name="object 29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09656" y="8777605"/>
            <a:ext cx="63753" cy="63626"/>
          </a:xfrm>
          <a:prstGeom prst="rect">
            <a:avLst/>
          </a:prstGeom>
        </p:spPr>
      </p:pic>
      <p:pic>
        <p:nvPicPr>
          <p:cNvPr id="30" name="object 30" descr="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0924031" y="8708643"/>
            <a:ext cx="5417693" cy="247396"/>
          </a:xfrm>
          <a:prstGeom prst="rect">
            <a:avLst/>
          </a:prstGeom>
        </p:spPr>
      </p:pic>
      <p:pic>
        <p:nvPicPr>
          <p:cNvPr id="31" name="object 31" descr="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10918570" y="9059836"/>
            <a:ext cx="1139444" cy="193395"/>
          </a:xfrm>
          <a:prstGeom prst="rect">
            <a:avLst/>
          </a:prstGeom>
        </p:spPr>
      </p:pic>
      <p:sp>
        <p:nvSpPr>
          <p:cNvPr id="32" name="object 32" descr=""/>
          <p:cNvSpPr txBox="1"/>
          <p:nvPr/>
        </p:nvSpPr>
        <p:spPr>
          <a:xfrm>
            <a:off x="10299065" y="930846"/>
            <a:ext cx="2084705" cy="108966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1245" b="1">
                <a:solidFill>
                  <a:srgbClr val="F6F4F0"/>
                </a:solidFill>
                <a:latin typeface="Verdana"/>
                <a:cs typeface="Verdana"/>
              </a:rPr>
              <a:t>I</a:t>
            </a:r>
            <a:r>
              <a:rPr dirty="0" sz="6950" spc="-985" b="1">
                <a:solidFill>
                  <a:srgbClr val="F6F4F0"/>
                </a:solidFill>
                <a:latin typeface="Verdana"/>
                <a:cs typeface="Verdana"/>
              </a:rPr>
              <a:t>N</a:t>
            </a:r>
            <a:r>
              <a:rPr dirty="0" sz="6950" spc="-990" b="1">
                <a:solidFill>
                  <a:srgbClr val="F6F4F0"/>
                </a:solidFill>
                <a:latin typeface="Verdana"/>
                <a:cs typeface="Verdana"/>
              </a:rPr>
              <a:t>T</a:t>
            </a:r>
            <a:r>
              <a:rPr dirty="0" sz="6950" spc="-640" b="1">
                <a:solidFill>
                  <a:srgbClr val="F6F4F0"/>
                </a:solidFill>
                <a:latin typeface="Verdana"/>
                <a:cs typeface="Verdana"/>
              </a:rPr>
              <a:t>R</a:t>
            </a:r>
            <a:endParaRPr sz="6950">
              <a:latin typeface="Verdana"/>
              <a:cs typeface="Verdana"/>
            </a:endParaRPr>
          </a:p>
        </p:txBody>
      </p:sp>
      <p:pic>
        <p:nvPicPr>
          <p:cNvPr id="33" name="object 33" descr="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12357354" y="1199896"/>
            <a:ext cx="1358519" cy="637794"/>
          </a:xfrm>
          <a:prstGeom prst="rect">
            <a:avLst/>
          </a:prstGeom>
        </p:spPr>
      </p:pic>
      <p:sp>
        <p:nvSpPr>
          <p:cNvPr id="34" name="object 34"/>
          <p:cNvSpPr txBox="1">
            <a:spLocks noGrp="1"/>
          </p:cNvSpPr>
          <p:nvPr>
            <p:ph type="title"/>
          </p:nvPr>
        </p:nvSpPr>
        <p:spPr>
          <a:xfrm>
            <a:off x="13705205" y="930846"/>
            <a:ext cx="2649855" cy="108966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380">
                <a:solidFill>
                  <a:srgbClr val="FD422D"/>
                </a:solidFill>
              </a:rPr>
              <a:t>UÇÃO</a:t>
            </a:r>
            <a:endParaRPr sz="6950"/>
          </a:p>
        </p:txBody>
      </p:sp>
      <p:pic>
        <p:nvPicPr>
          <p:cNvPr id="35" name="object 35" descr="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1040891" y="1021080"/>
            <a:ext cx="1153668" cy="1775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5143500"/>
            <a:ext cx="7400925" cy="1905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25050" y="2124075"/>
            <a:ext cx="790575" cy="590550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25050" y="5667375"/>
            <a:ext cx="790575" cy="790575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11196066" y="2006663"/>
            <a:ext cx="4519930" cy="797560"/>
          </a:xfrm>
          <a:prstGeom prst="rect">
            <a:avLst/>
          </a:prstGeom>
        </p:spPr>
        <p:txBody>
          <a:bodyPr wrap="square" lIns="0" tIns="48260" rIns="0" bIns="0" rtlCol="0" vert="horz">
            <a:spAutoFit/>
          </a:bodyPr>
          <a:lstStyle/>
          <a:p>
            <a:pPr marL="12700" marR="5080">
              <a:lnSpc>
                <a:spcPts val="2930"/>
              </a:lnSpc>
              <a:spcBef>
                <a:spcPts val="380"/>
              </a:spcBef>
            </a:pPr>
            <a:r>
              <a:rPr dirty="0" sz="2600" spc="-30" b="1">
                <a:solidFill>
                  <a:srgbClr val="FFFFFF"/>
                </a:solidFill>
                <a:latin typeface="Verdana"/>
                <a:cs typeface="Verdana"/>
              </a:rPr>
              <a:t>O</a:t>
            </a:r>
            <a:r>
              <a:rPr dirty="0" sz="2600" spc="-46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50" b="1">
                <a:solidFill>
                  <a:srgbClr val="FFFFFF"/>
                </a:solidFill>
                <a:latin typeface="Verdana"/>
                <a:cs typeface="Verdana"/>
              </a:rPr>
              <a:t>CÓDIGO</a:t>
            </a:r>
            <a:r>
              <a:rPr dirty="0" sz="2600" spc="-38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190" b="1">
                <a:solidFill>
                  <a:srgbClr val="FFFFFF"/>
                </a:solidFill>
                <a:latin typeface="Verdana"/>
                <a:cs typeface="Verdana"/>
              </a:rPr>
              <a:t>LEGADO</a:t>
            </a:r>
            <a:r>
              <a:rPr dirty="0" sz="2600" spc="-38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85" b="1">
                <a:solidFill>
                  <a:srgbClr val="FFFFFF"/>
                </a:solidFill>
                <a:latin typeface="Verdana"/>
                <a:cs typeface="Verdana"/>
              </a:rPr>
              <a:t>FAZIA</a:t>
            </a:r>
            <a:r>
              <a:rPr dirty="0" sz="2600" spc="-43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50" b="1">
                <a:solidFill>
                  <a:srgbClr val="FFFFFF"/>
                </a:solidFill>
                <a:latin typeface="Verdana"/>
                <a:cs typeface="Verdana"/>
              </a:rPr>
              <a:t>O </a:t>
            </a:r>
            <a:r>
              <a:rPr dirty="0" sz="2600" spc="-20" b="1">
                <a:solidFill>
                  <a:srgbClr val="FFFFFF"/>
                </a:solidFill>
                <a:latin typeface="Verdana"/>
                <a:cs typeface="Verdana"/>
              </a:rPr>
              <a:t>QUÊ?</a:t>
            </a:r>
            <a:endParaRPr sz="2600">
              <a:latin typeface="Verdana"/>
              <a:cs typeface="Verdana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11196066" y="5655627"/>
            <a:ext cx="4092575" cy="79819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3025"/>
              </a:lnSpc>
              <a:spcBef>
                <a:spcPts val="125"/>
              </a:spcBef>
            </a:pPr>
            <a:r>
              <a:rPr dirty="0" sz="2600" spc="-200" b="1">
                <a:solidFill>
                  <a:srgbClr val="FFFFFF"/>
                </a:solidFill>
                <a:latin typeface="Verdana"/>
                <a:cs typeface="Verdana"/>
              </a:rPr>
              <a:t>PROBLEMAS</a:t>
            </a:r>
            <a:r>
              <a:rPr dirty="0" sz="2600" spc="-39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DO</a:t>
            </a:r>
            <a:r>
              <a:rPr dirty="0" sz="2600" spc="-434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00" b="1">
                <a:solidFill>
                  <a:srgbClr val="FFFFFF"/>
                </a:solidFill>
                <a:latin typeface="Verdana"/>
                <a:cs typeface="Verdana"/>
              </a:rPr>
              <a:t>CÓDIGO</a:t>
            </a:r>
            <a:endParaRPr sz="2600">
              <a:latin typeface="Verdana"/>
              <a:cs typeface="Verdana"/>
            </a:endParaRPr>
          </a:p>
          <a:p>
            <a:pPr marL="12700">
              <a:lnSpc>
                <a:spcPts val="3025"/>
              </a:lnSpc>
            </a:pPr>
            <a:r>
              <a:rPr dirty="0" sz="2600" spc="-380" b="1">
                <a:solidFill>
                  <a:srgbClr val="FFFFFF"/>
                </a:solidFill>
                <a:latin typeface="Verdana"/>
                <a:cs typeface="Verdana"/>
              </a:rPr>
              <a:t>ORIGINAL:</a:t>
            </a:r>
            <a:endParaRPr sz="2600">
              <a:latin typeface="Verdana"/>
              <a:cs typeface="Verdana"/>
            </a:endParaRPr>
          </a:p>
        </p:txBody>
      </p:sp>
      <p:pic>
        <p:nvPicPr>
          <p:cNvPr id="7" name="object 7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64823" y="3228848"/>
            <a:ext cx="63626" cy="63753"/>
          </a:xfrm>
          <a:prstGeom prst="rect">
            <a:avLst/>
          </a:prstGeom>
        </p:spPr>
      </p:pic>
      <p:pic>
        <p:nvPicPr>
          <p:cNvPr id="8" name="object 8" descr="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396344" y="3160014"/>
            <a:ext cx="3536060" cy="192024"/>
          </a:xfrm>
          <a:prstGeom prst="rect">
            <a:avLst/>
          </a:prstGeom>
        </p:spPr>
      </p:pic>
      <p:pic>
        <p:nvPicPr>
          <p:cNvPr id="9" name="object 9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64823" y="3581272"/>
            <a:ext cx="63626" cy="63753"/>
          </a:xfrm>
          <a:prstGeom prst="rect">
            <a:avLst/>
          </a:prstGeom>
        </p:spPr>
      </p:pic>
      <p:pic>
        <p:nvPicPr>
          <p:cNvPr id="10" name="object 10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396344" y="3512439"/>
            <a:ext cx="5002910" cy="241934"/>
          </a:xfrm>
          <a:prstGeom prst="rect">
            <a:avLst/>
          </a:prstGeom>
        </p:spPr>
      </p:pic>
      <p:pic>
        <p:nvPicPr>
          <p:cNvPr id="11" name="object 11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64823" y="3943222"/>
            <a:ext cx="63626" cy="63753"/>
          </a:xfrm>
          <a:prstGeom prst="rect">
            <a:avLst/>
          </a:prstGeom>
        </p:spPr>
      </p:pic>
      <p:pic>
        <p:nvPicPr>
          <p:cNvPr id="12" name="object 12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394820" y="3874389"/>
            <a:ext cx="5141340" cy="240664"/>
          </a:xfrm>
          <a:prstGeom prst="rect">
            <a:avLst/>
          </a:prstGeom>
        </p:spPr>
      </p:pic>
      <p:sp>
        <p:nvSpPr>
          <p:cNvPr id="13" name="object 13" descr=""/>
          <p:cNvSpPr/>
          <p:nvPr/>
        </p:nvSpPr>
        <p:spPr>
          <a:xfrm>
            <a:off x="11381231" y="4226814"/>
            <a:ext cx="875030" cy="240665"/>
          </a:xfrm>
          <a:custGeom>
            <a:avLst/>
            <a:gdLst/>
            <a:ahLst/>
            <a:cxnLst/>
            <a:rect l="l" t="t" r="r" b="b"/>
            <a:pathLst>
              <a:path w="875029" h="240664">
                <a:moveTo>
                  <a:pt x="101526" y="70485"/>
                </a:moveTo>
                <a:lnTo>
                  <a:pt x="56769" y="70485"/>
                </a:lnTo>
                <a:lnTo>
                  <a:pt x="65627" y="71056"/>
                </a:lnTo>
                <a:lnTo>
                  <a:pt x="73342" y="72771"/>
                </a:lnTo>
                <a:lnTo>
                  <a:pt x="95123" y="106172"/>
                </a:lnTo>
                <a:lnTo>
                  <a:pt x="95123" y="114426"/>
                </a:lnTo>
                <a:lnTo>
                  <a:pt x="52197" y="114426"/>
                </a:lnTo>
                <a:lnTo>
                  <a:pt x="39485" y="115091"/>
                </a:lnTo>
                <a:lnTo>
                  <a:pt x="3079" y="137160"/>
                </a:lnTo>
                <a:lnTo>
                  <a:pt x="0" y="152781"/>
                </a:lnTo>
                <a:lnTo>
                  <a:pt x="728" y="160147"/>
                </a:lnTo>
                <a:lnTo>
                  <a:pt x="833" y="161208"/>
                </a:lnTo>
                <a:lnTo>
                  <a:pt x="29019" y="189341"/>
                </a:lnTo>
                <a:lnTo>
                  <a:pt x="49275" y="192024"/>
                </a:lnTo>
                <a:lnTo>
                  <a:pt x="57257" y="191664"/>
                </a:lnTo>
                <a:lnTo>
                  <a:pt x="90828" y="177673"/>
                </a:lnTo>
                <a:lnTo>
                  <a:pt x="52197" y="177673"/>
                </a:lnTo>
                <a:lnTo>
                  <a:pt x="44533" y="177244"/>
                </a:lnTo>
                <a:lnTo>
                  <a:pt x="17907" y="160147"/>
                </a:lnTo>
                <a:lnTo>
                  <a:pt x="17907" y="152273"/>
                </a:lnTo>
                <a:lnTo>
                  <a:pt x="20075" y="141678"/>
                </a:lnTo>
                <a:lnTo>
                  <a:pt x="26590" y="134096"/>
                </a:lnTo>
                <a:lnTo>
                  <a:pt x="37463" y="129538"/>
                </a:lnTo>
                <a:lnTo>
                  <a:pt x="52704" y="128015"/>
                </a:lnTo>
                <a:lnTo>
                  <a:pt x="113411" y="128015"/>
                </a:lnTo>
                <a:lnTo>
                  <a:pt x="113355" y="106172"/>
                </a:lnTo>
                <a:lnTo>
                  <a:pt x="112527" y="94765"/>
                </a:lnTo>
                <a:lnTo>
                  <a:pt x="109991" y="84651"/>
                </a:lnTo>
                <a:lnTo>
                  <a:pt x="109870" y="84169"/>
                </a:lnTo>
                <a:lnTo>
                  <a:pt x="105427" y="75144"/>
                </a:lnTo>
                <a:lnTo>
                  <a:pt x="101526" y="70485"/>
                </a:lnTo>
                <a:close/>
              </a:path>
              <a:path w="875029" h="240664">
                <a:moveTo>
                  <a:pt x="113411" y="169672"/>
                </a:moveTo>
                <a:lnTo>
                  <a:pt x="95885" y="169672"/>
                </a:lnTo>
                <a:lnTo>
                  <a:pt x="95885" y="190753"/>
                </a:lnTo>
                <a:lnTo>
                  <a:pt x="113411" y="190753"/>
                </a:lnTo>
                <a:lnTo>
                  <a:pt x="113411" y="169672"/>
                </a:lnTo>
                <a:close/>
              </a:path>
              <a:path w="875029" h="240664">
                <a:moveTo>
                  <a:pt x="113411" y="128015"/>
                </a:moveTo>
                <a:lnTo>
                  <a:pt x="95123" y="128015"/>
                </a:lnTo>
                <a:lnTo>
                  <a:pt x="95123" y="150113"/>
                </a:lnTo>
                <a:lnTo>
                  <a:pt x="92078" y="156452"/>
                </a:lnTo>
                <a:lnTo>
                  <a:pt x="59560" y="177244"/>
                </a:lnTo>
                <a:lnTo>
                  <a:pt x="52197" y="177673"/>
                </a:lnTo>
                <a:lnTo>
                  <a:pt x="90828" y="177673"/>
                </a:lnTo>
                <a:lnTo>
                  <a:pt x="91821" y="176784"/>
                </a:lnTo>
                <a:lnTo>
                  <a:pt x="95885" y="169672"/>
                </a:lnTo>
                <a:lnTo>
                  <a:pt x="113411" y="169672"/>
                </a:lnTo>
                <a:lnTo>
                  <a:pt x="113411" y="128015"/>
                </a:lnTo>
                <a:close/>
              </a:path>
              <a:path w="875029" h="240664">
                <a:moveTo>
                  <a:pt x="58547" y="54483"/>
                </a:moveTo>
                <a:lnTo>
                  <a:pt x="14874" y="65039"/>
                </a:lnTo>
                <a:lnTo>
                  <a:pt x="3556" y="72771"/>
                </a:lnTo>
                <a:lnTo>
                  <a:pt x="11811" y="86360"/>
                </a:lnTo>
                <a:lnTo>
                  <a:pt x="17399" y="81407"/>
                </a:lnTo>
                <a:lnTo>
                  <a:pt x="24257" y="77470"/>
                </a:lnTo>
                <a:lnTo>
                  <a:pt x="40004" y="71882"/>
                </a:lnTo>
                <a:lnTo>
                  <a:pt x="48260" y="70485"/>
                </a:lnTo>
                <a:lnTo>
                  <a:pt x="101526" y="70485"/>
                </a:lnTo>
                <a:lnTo>
                  <a:pt x="99187" y="67690"/>
                </a:lnTo>
                <a:lnTo>
                  <a:pt x="91354" y="61930"/>
                </a:lnTo>
                <a:lnTo>
                  <a:pt x="81962" y="57800"/>
                </a:lnTo>
                <a:lnTo>
                  <a:pt x="71022" y="55314"/>
                </a:lnTo>
                <a:lnTo>
                  <a:pt x="58547" y="54483"/>
                </a:lnTo>
                <a:close/>
              </a:path>
              <a:path w="875029" h="240664">
                <a:moveTo>
                  <a:pt x="181101" y="55499"/>
                </a:moveTo>
                <a:lnTo>
                  <a:pt x="163702" y="55499"/>
                </a:lnTo>
                <a:lnTo>
                  <a:pt x="163702" y="240664"/>
                </a:lnTo>
                <a:lnTo>
                  <a:pt x="181864" y="240664"/>
                </a:lnTo>
                <a:lnTo>
                  <a:pt x="181864" y="165353"/>
                </a:lnTo>
                <a:lnTo>
                  <a:pt x="200460" y="165353"/>
                </a:lnTo>
                <a:lnTo>
                  <a:pt x="182034" y="130690"/>
                </a:lnTo>
                <a:lnTo>
                  <a:pt x="181610" y="123189"/>
                </a:lnTo>
                <a:lnTo>
                  <a:pt x="182034" y="115689"/>
                </a:lnTo>
                <a:lnTo>
                  <a:pt x="199135" y="82296"/>
                </a:lnTo>
                <a:lnTo>
                  <a:pt x="181101" y="82296"/>
                </a:lnTo>
                <a:lnTo>
                  <a:pt x="181101" y="55499"/>
                </a:lnTo>
                <a:close/>
              </a:path>
              <a:path w="875029" h="240664">
                <a:moveTo>
                  <a:pt x="200460" y="165353"/>
                </a:moveTo>
                <a:lnTo>
                  <a:pt x="181864" y="165353"/>
                </a:lnTo>
                <a:lnTo>
                  <a:pt x="186437" y="171523"/>
                </a:lnTo>
                <a:lnTo>
                  <a:pt x="225299" y="191615"/>
                </a:lnTo>
                <a:lnTo>
                  <a:pt x="233299" y="192024"/>
                </a:lnTo>
                <a:lnTo>
                  <a:pt x="240647" y="191615"/>
                </a:lnTo>
                <a:lnTo>
                  <a:pt x="242093" y="191615"/>
                </a:lnTo>
                <a:lnTo>
                  <a:pt x="278398" y="175895"/>
                </a:lnTo>
                <a:lnTo>
                  <a:pt x="232028" y="175895"/>
                </a:lnTo>
                <a:lnTo>
                  <a:pt x="225053" y="175488"/>
                </a:lnTo>
                <a:lnTo>
                  <a:pt x="218424" y="174259"/>
                </a:lnTo>
                <a:lnTo>
                  <a:pt x="212151" y="172198"/>
                </a:lnTo>
                <a:lnTo>
                  <a:pt x="206248" y="169290"/>
                </a:lnTo>
                <a:lnTo>
                  <a:pt x="200840" y="165695"/>
                </a:lnTo>
                <a:lnTo>
                  <a:pt x="200460" y="165353"/>
                </a:lnTo>
                <a:close/>
              </a:path>
              <a:path w="875029" h="240664">
                <a:moveTo>
                  <a:pt x="278140" y="70485"/>
                </a:moveTo>
                <a:lnTo>
                  <a:pt x="232028" y="70485"/>
                </a:lnTo>
                <a:lnTo>
                  <a:pt x="238986" y="70891"/>
                </a:lnTo>
                <a:lnTo>
                  <a:pt x="245586" y="72120"/>
                </a:lnTo>
                <a:lnTo>
                  <a:pt x="275971" y="95758"/>
                </a:lnTo>
                <a:lnTo>
                  <a:pt x="282448" y="123189"/>
                </a:lnTo>
                <a:lnTo>
                  <a:pt x="282043" y="130690"/>
                </a:lnTo>
                <a:lnTo>
                  <a:pt x="263290" y="165695"/>
                </a:lnTo>
                <a:lnTo>
                  <a:pt x="232028" y="175895"/>
                </a:lnTo>
                <a:lnTo>
                  <a:pt x="278398" y="175895"/>
                </a:lnTo>
                <a:lnTo>
                  <a:pt x="298545" y="142303"/>
                </a:lnTo>
                <a:lnTo>
                  <a:pt x="300736" y="123189"/>
                </a:lnTo>
                <a:lnTo>
                  <a:pt x="300188" y="113397"/>
                </a:lnTo>
                <a:lnTo>
                  <a:pt x="298545" y="104187"/>
                </a:lnTo>
                <a:lnTo>
                  <a:pt x="295880" y="95758"/>
                </a:lnTo>
                <a:lnTo>
                  <a:pt x="295806" y="95525"/>
                </a:lnTo>
                <a:lnTo>
                  <a:pt x="291973" y="87375"/>
                </a:lnTo>
                <a:lnTo>
                  <a:pt x="287184" y="79996"/>
                </a:lnTo>
                <a:lnTo>
                  <a:pt x="281574" y="73485"/>
                </a:lnTo>
                <a:lnTo>
                  <a:pt x="278140" y="70485"/>
                </a:lnTo>
                <a:close/>
              </a:path>
              <a:path w="875029" h="240664">
                <a:moveTo>
                  <a:pt x="233299" y="54483"/>
                </a:moveTo>
                <a:lnTo>
                  <a:pt x="223335" y="55028"/>
                </a:lnTo>
                <a:lnTo>
                  <a:pt x="224500" y="55028"/>
                </a:lnTo>
                <a:lnTo>
                  <a:pt x="217217" y="56292"/>
                </a:lnTo>
                <a:lnTo>
                  <a:pt x="181101" y="82296"/>
                </a:lnTo>
                <a:lnTo>
                  <a:pt x="199135" y="82296"/>
                </a:lnTo>
                <a:lnTo>
                  <a:pt x="200840" y="80756"/>
                </a:lnTo>
                <a:lnTo>
                  <a:pt x="206248" y="77088"/>
                </a:lnTo>
                <a:lnTo>
                  <a:pt x="212151" y="74181"/>
                </a:lnTo>
                <a:lnTo>
                  <a:pt x="218424" y="72120"/>
                </a:lnTo>
                <a:lnTo>
                  <a:pt x="225053" y="70891"/>
                </a:lnTo>
                <a:lnTo>
                  <a:pt x="232028" y="70485"/>
                </a:lnTo>
                <a:lnTo>
                  <a:pt x="278140" y="70485"/>
                </a:lnTo>
                <a:lnTo>
                  <a:pt x="275131" y="67855"/>
                </a:lnTo>
                <a:lnTo>
                  <a:pt x="267843" y="63119"/>
                </a:lnTo>
                <a:lnTo>
                  <a:pt x="259891" y="59358"/>
                </a:lnTo>
                <a:lnTo>
                  <a:pt x="251475" y="56657"/>
                </a:lnTo>
                <a:lnTo>
                  <a:pt x="242607" y="55028"/>
                </a:lnTo>
                <a:lnTo>
                  <a:pt x="233299" y="54483"/>
                </a:lnTo>
                <a:close/>
              </a:path>
              <a:path w="875029" h="240664">
                <a:moveTo>
                  <a:pt x="353314" y="0"/>
                </a:moveTo>
                <a:lnTo>
                  <a:pt x="335152" y="0"/>
                </a:lnTo>
                <a:lnTo>
                  <a:pt x="335152" y="190753"/>
                </a:lnTo>
                <a:lnTo>
                  <a:pt x="353314" y="190753"/>
                </a:lnTo>
                <a:lnTo>
                  <a:pt x="353314" y="0"/>
                </a:lnTo>
                <a:close/>
              </a:path>
              <a:path w="875029" h="240664">
                <a:moveTo>
                  <a:pt x="419989" y="55499"/>
                </a:moveTo>
                <a:lnTo>
                  <a:pt x="401827" y="55499"/>
                </a:lnTo>
                <a:lnTo>
                  <a:pt x="401827" y="190753"/>
                </a:lnTo>
                <a:lnTo>
                  <a:pt x="419989" y="190753"/>
                </a:lnTo>
                <a:lnTo>
                  <a:pt x="419989" y="55499"/>
                </a:lnTo>
                <a:close/>
              </a:path>
              <a:path w="875029" h="240664">
                <a:moveTo>
                  <a:pt x="414782" y="0"/>
                </a:moveTo>
                <a:lnTo>
                  <a:pt x="407289" y="0"/>
                </a:lnTo>
                <a:lnTo>
                  <a:pt x="404114" y="1270"/>
                </a:lnTo>
                <a:lnTo>
                  <a:pt x="401574" y="3810"/>
                </a:lnTo>
                <a:lnTo>
                  <a:pt x="398907" y="6350"/>
                </a:lnTo>
                <a:lnTo>
                  <a:pt x="397742" y="9144"/>
                </a:lnTo>
                <a:lnTo>
                  <a:pt x="397637" y="16383"/>
                </a:lnTo>
                <a:lnTo>
                  <a:pt x="398907" y="19558"/>
                </a:lnTo>
                <a:lnTo>
                  <a:pt x="401574" y="22098"/>
                </a:lnTo>
                <a:lnTo>
                  <a:pt x="404114" y="24637"/>
                </a:lnTo>
                <a:lnTo>
                  <a:pt x="407289" y="25908"/>
                </a:lnTo>
                <a:lnTo>
                  <a:pt x="414782" y="25908"/>
                </a:lnTo>
                <a:lnTo>
                  <a:pt x="417957" y="24637"/>
                </a:lnTo>
                <a:lnTo>
                  <a:pt x="420624" y="22098"/>
                </a:lnTo>
                <a:lnTo>
                  <a:pt x="423164" y="19558"/>
                </a:lnTo>
                <a:lnTo>
                  <a:pt x="424434" y="16383"/>
                </a:lnTo>
                <a:lnTo>
                  <a:pt x="424434" y="9144"/>
                </a:lnTo>
                <a:lnTo>
                  <a:pt x="423219" y="6350"/>
                </a:lnTo>
                <a:lnTo>
                  <a:pt x="420750" y="3810"/>
                </a:lnTo>
                <a:lnTo>
                  <a:pt x="417957" y="1270"/>
                </a:lnTo>
                <a:lnTo>
                  <a:pt x="414782" y="0"/>
                </a:lnTo>
                <a:close/>
              </a:path>
              <a:path w="875029" h="240664">
                <a:moveTo>
                  <a:pt x="524510" y="54483"/>
                </a:moveTo>
                <a:lnTo>
                  <a:pt x="481216" y="68056"/>
                </a:lnTo>
                <a:lnTo>
                  <a:pt x="457057" y="104409"/>
                </a:lnTo>
                <a:lnTo>
                  <a:pt x="454787" y="123189"/>
                </a:lnTo>
                <a:lnTo>
                  <a:pt x="455235" y="130782"/>
                </a:lnTo>
                <a:lnTo>
                  <a:pt x="474583" y="172831"/>
                </a:lnTo>
                <a:lnTo>
                  <a:pt x="515456" y="191615"/>
                </a:lnTo>
                <a:lnTo>
                  <a:pt x="516967" y="191615"/>
                </a:lnTo>
                <a:lnTo>
                  <a:pt x="524510" y="192024"/>
                </a:lnTo>
                <a:lnTo>
                  <a:pt x="562199" y="181481"/>
                </a:lnTo>
                <a:lnTo>
                  <a:pt x="568970" y="175895"/>
                </a:lnTo>
                <a:lnTo>
                  <a:pt x="524510" y="175895"/>
                </a:lnTo>
                <a:lnTo>
                  <a:pt x="517366" y="175488"/>
                </a:lnTo>
                <a:lnTo>
                  <a:pt x="483504" y="156414"/>
                </a:lnTo>
                <a:lnTo>
                  <a:pt x="473328" y="123189"/>
                </a:lnTo>
                <a:lnTo>
                  <a:pt x="473735" y="115687"/>
                </a:lnTo>
                <a:lnTo>
                  <a:pt x="492648" y="80629"/>
                </a:lnTo>
                <a:lnTo>
                  <a:pt x="524510" y="70485"/>
                </a:lnTo>
                <a:lnTo>
                  <a:pt x="568743" y="70485"/>
                </a:lnTo>
                <a:lnTo>
                  <a:pt x="568039" y="69738"/>
                </a:lnTo>
                <a:lnTo>
                  <a:pt x="533780" y="55030"/>
                </a:lnTo>
                <a:lnTo>
                  <a:pt x="535402" y="55030"/>
                </a:lnTo>
                <a:lnTo>
                  <a:pt x="524510" y="54483"/>
                </a:lnTo>
                <a:close/>
              </a:path>
              <a:path w="875029" h="240664">
                <a:moveTo>
                  <a:pt x="563879" y="156083"/>
                </a:moveTo>
                <a:lnTo>
                  <a:pt x="559435" y="162813"/>
                </a:lnTo>
                <a:lnTo>
                  <a:pt x="553720" y="167766"/>
                </a:lnTo>
                <a:lnTo>
                  <a:pt x="546862" y="170941"/>
                </a:lnTo>
                <a:lnTo>
                  <a:pt x="539933" y="174259"/>
                </a:lnTo>
                <a:lnTo>
                  <a:pt x="532638" y="175895"/>
                </a:lnTo>
                <a:lnTo>
                  <a:pt x="568970" y="175895"/>
                </a:lnTo>
                <a:lnTo>
                  <a:pt x="573109" y="171523"/>
                </a:lnTo>
                <a:lnTo>
                  <a:pt x="577469" y="165353"/>
                </a:lnTo>
                <a:lnTo>
                  <a:pt x="563879" y="156083"/>
                </a:lnTo>
                <a:close/>
              </a:path>
              <a:path w="875029" h="240664">
                <a:moveTo>
                  <a:pt x="568743" y="70485"/>
                </a:moveTo>
                <a:lnTo>
                  <a:pt x="532638" y="70485"/>
                </a:lnTo>
                <a:lnTo>
                  <a:pt x="540003" y="72136"/>
                </a:lnTo>
                <a:lnTo>
                  <a:pt x="553720" y="78739"/>
                </a:lnTo>
                <a:lnTo>
                  <a:pt x="559435" y="83820"/>
                </a:lnTo>
                <a:lnTo>
                  <a:pt x="563879" y="90550"/>
                </a:lnTo>
                <a:lnTo>
                  <a:pt x="577469" y="81280"/>
                </a:lnTo>
                <a:lnTo>
                  <a:pt x="573111" y="75110"/>
                </a:lnTo>
                <a:lnTo>
                  <a:pt x="568743" y="70485"/>
                </a:lnTo>
                <a:close/>
              </a:path>
              <a:path w="875029" h="240664">
                <a:moveTo>
                  <a:pt x="701601" y="70485"/>
                </a:moveTo>
                <a:lnTo>
                  <a:pt x="656844" y="70485"/>
                </a:lnTo>
                <a:lnTo>
                  <a:pt x="665702" y="71056"/>
                </a:lnTo>
                <a:lnTo>
                  <a:pt x="673417" y="72771"/>
                </a:lnTo>
                <a:lnTo>
                  <a:pt x="695198" y="106172"/>
                </a:lnTo>
                <a:lnTo>
                  <a:pt x="695198" y="114426"/>
                </a:lnTo>
                <a:lnTo>
                  <a:pt x="652272" y="114426"/>
                </a:lnTo>
                <a:lnTo>
                  <a:pt x="639560" y="115091"/>
                </a:lnTo>
                <a:lnTo>
                  <a:pt x="603154" y="137160"/>
                </a:lnTo>
                <a:lnTo>
                  <a:pt x="600075" y="152781"/>
                </a:lnTo>
                <a:lnTo>
                  <a:pt x="600803" y="160147"/>
                </a:lnTo>
                <a:lnTo>
                  <a:pt x="600908" y="161208"/>
                </a:lnTo>
                <a:lnTo>
                  <a:pt x="629094" y="189341"/>
                </a:lnTo>
                <a:lnTo>
                  <a:pt x="649351" y="192024"/>
                </a:lnTo>
                <a:lnTo>
                  <a:pt x="657332" y="191664"/>
                </a:lnTo>
                <a:lnTo>
                  <a:pt x="690903" y="177673"/>
                </a:lnTo>
                <a:lnTo>
                  <a:pt x="652272" y="177673"/>
                </a:lnTo>
                <a:lnTo>
                  <a:pt x="644608" y="177244"/>
                </a:lnTo>
                <a:lnTo>
                  <a:pt x="617982" y="160147"/>
                </a:lnTo>
                <a:lnTo>
                  <a:pt x="617982" y="152273"/>
                </a:lnTo>
                <a:lnTo>
                  <a:pt x="620150" y="141678"/>
                </a:lnTo>
                <a:lnTo>
                  <a:pt x="626665" y="134096"/>
                </a:lnTo>
                <a:lnTo>
                  <a:pt x="637538" y="129538"/>
                </a:lnTo>
                <a:lnTo>
                  <a:pt x="652779" y="128015"/>
                </a:lnTo>
                <a:lnTo>
                  <a:pt x="713486" y="128015"/>
                </a:lnTo>
                <a:lnTo>
                  <a:pt x="713430" y="106172"/>
                </a:lnTo>
                <a:lnTo>
                  <a:pt x="712602" y="94765"/>
                </a:lnTo>
                <a:lnTo>
                  <a:pt x="710066" y="84651"/>
                </a:lnTo>
                <a:lnTo>
                  <a:pt x="709945" y="84169"/>
                </a:lnTo>
                <a:lnTo>
                  <a:pt x="705502" y="75144"/>
                </a:lnTo>
                <a:lnTo>
                  <a:pt x="701601" y="70485"/>
                </a:lnTo>
                <a:close/>
              </a:path>
              <a:path w="875029" h="240664">
                <a:moveTo>
                  <a:pt x="713486" y="169672"/>
                </a:moveTo>
                <a:lnTo>
                  <a:pt x="695960" y="169672"/>
                </a:lnTo>
                <a:lnTo>
                  <a:pt x="695960" y="190753"/>
                </a:lnTo>
                <a:lnTo>
                  <a:pt x="713486" y="190753"/>
                </a:lnTo>
                <a:lnTo>
                  <a:pt x="713486" y="169672"/>
                </a:lnTo>
                <a:close/>
              </a:path>
              <a:path w="875029" h="240664">
                <a:moveTo>
                  <a:pt x="713486" y="128015"/>
                </a:moveTo>
                <a:lnTo>
                  <a:pt x="695198" y="128015"/>
                </a:lnTo>
                <a:lnTo>
                  <a:pt x="695198" y="150113"/>
                </a:lnTo>
                <a:lnTo>
                  <a:pt x="692153" y="156452"/>
                </a:lnTo>
                <a:lnTo>
                  <a:pt x="659635" y="177244"/>
                </a:lnTo>
                <a:lnTo>
                  <a:pt x="652272" y="177673"/>
                </a:lnTo>
                <a:lnTo>
                  <a:pt x="690903" y="177673"/>
                </a:lnTo>
                <a:lnTo>
                  <a:pt x="691896" y="176784"/>
                </a:lnTo>
                <a:lnTo>
                  <a:pt x="695960" y="169672"/>
                </a:lnTo>
                <a:lnTo>
                  <a:pt x="713486" y="169672"/>
                </a:lnTo>
                <a:lnTo>
                  <a:pt x="713486" y="128015"/>
                </a:lnTo>
                <a:close/>
              </a:path>
              <a:path w="875029" h="240664">
                <a:moveTo>
                  <a:pt x="658622" y="54483"/>
                </a:moveTo>
                <a:lnTo>
                  <a:pt x="614949" y="65039"/>
                </a:lnTo>
                <a:lnTo>
                  <a:pt x="603631" y="72771"/>
                </a:lnTo>
                <a:lnTo>
                  <a:pt x="611886" y="86360"/>
                </a:lnTo>
                <a:lnTo>
                  <a:pt x="617474" y="81407"/>
                </a:lnTo>
                <a:lnTo>
                  <a:pt x="624332" y="77470"/>
                </a:lnTo>
                <a:lnTo>
                  <a:pt x="640079" y="71882"/>
                </a:lnTo>
                <a:lnTo>
                  <a:pt x="648335" y="70485"/>
                </a:lnTo>
                <a:lnTo>
                  <a:pt x="701601" y="70485"/>
                </a:lnTo>
                <a:lnTo>
                  <a:pt x="699262" y="67690"/>
                </a:lnTo>
                <a:lnTo>
                  <a:pt x="691429" y="61930"/>
                </a:lnTo>
                <a:lnTo>
                  <a:pt x="682037" y="57800"/>
                </a:lnTo>
                <a:lnTo>
                  <a:pt x="671097" y="55314"/>
                </a:lnTo>
                <a:lnTo>
                  <a:pt x="658622" y="54483"/>
                </a:lnTo>
                <a:close/>
              </a:path>
              <a:path w="875029" h="240664">
                <a:moveTo>
                  <a:pt x="781176" y="55499"/>
                </a:moveTo>
                <a:lnTo>
                  <a:pt x="763777" y="55499"/>
                </a:lnTo>
                <a:lnTo>
                  <a:pt x="763777" y="190753"/>
                </a:lnTo>
                <a:lnTo>
                  <a:pt x="781939" y="190753"/>
                </a:lnTo>
                <a:lnTo>
                  <a:pt x="781939" y="121920"/>
                </a:lnTo>
                <a:lnTo>
                  <a:pt x="782701" y="110700"/>
                </a:lnTo>
                <a:lnTo>
                  <a:pt x="784987" y="100837"/>
                </a:lnTo>
                <a:lnTo>
                  <a:pt x="788797" y="92309"/>
                </a:lnTo>
                <a:lnTo>
                  <a:pt x="794131" y="85089"/>
                </a:lnTo>
                <a:lnTo>
                  <a:pt x="797632" y="82041"/>
                </a:lnTo>
                <a:lnTo>
                  <a:pt x="781176" y="82041"/>
                </a:lnTo>
                <a:lnTo>
                  <a:pt x="781176" y="55499"/>
                </a:lnTo>
                <a:close/>
              </a:path>
              <a:path w="875029" h="240664">
                <a:moveTo>
                  <a:pt x="831850" y="54483"/>
                </a:moveTo>
                <a:lnTo>
                  <a:pt x="794375" y="65325"/>
                </a:lnTo>
                <a:lnTo>
                  <a:pt x="781176" y="82041"/>
                </a:lnTo>
                <a:lnTo>
                  <a:pt x="797632" y="82041"/>
                </a:lnTo>
                <a:lnTo>
                  <a:pt x="800725" y="79349"/>
                </a:lnTo>
                <a:lnTo>
                  <a:pt x="808497" y="75263"/>
                </a:lnTo>
                <a:lnTo>
                  <a:pt x="817437" y="72820"/>
                </a:lnTo>
                <a:lnTo>
                  <a:pt x="827532" y="72009"/>
                </a:lnTo>
                <a:lnTo>
                  <a:pt x="831850" y="72009"/>
                </a:lnTo>
                <a:lnTo>
                  <a:pt x="831850" y="54483"/>
                </a:lnTo>
                <a:close/>
              </a:path>
              <a:path w="875029" h="240664">
                <a:moveTo>
                  <a:pt x="831850" y="72009"/>
                </a:moveTo>
                <a:lnTo>
                  <a:pt x="827532" y="72009"/>
                </a:lnTo>
                <a:lnTo>
                  <a:pt x="831850" y="72262"/>
                </a:lnTo>
                <a:lnTo>
                  <a:pt x="831850" y="72009"/>
                </a:lnTo>
                <a:close/>
              </a:path>
              <a:path w="875029" h="240664">
                <a:moveTo>
                  <a:pt x="864616" y="164084"/>
                </a:moveTo>
                <a:lnTo>
                  <a:pt x="856996" y="164084"/>
                </a:lnTo>
                <a:lnTo>
                  <a:pt x="853821" y="165353"/>
                </a:lnTo>
                <a:lnTo>
                  <a:pt x="848487" y="170687"/>
                </a:lnTo>
                <a:lnTo>
                  <a:pt x="847217" y="173989"/>
                </a:lnTo>
                <a:lnTo>
                  <a:pt x="847217" y="181863"/>
                </a:lnTo>
                <a:lnTo>
                  <a:pt x="848487" y="185165"/>
                </a:lnTo>
                <a:lnTo>
                  <a:pt x="853821" y="190753"/>
                </a:lnTo>
                <a:lnTo>
                  <a:pt x="856996" y="192024"/>
                </a:lnTo>
                <a:lnTo>
                  <a:pt x="864616" y="192024"/>
                </a:lnTo>
                <a:lnTo>
                  <a:pt x="867791" y="190753"/>
                </a:lnTo>
                <a:lnTo>
                  <a:pt x="870585" y="187960"/>
                </a:lnTo>
                <a:lnTo>
                  <a:pt x="873251" y="185165"/>
                </a:lnTo>
                <a:lnTo>
                  <a:pt x="874649" y="181863"/>
                </a:lnTo>
                <a:lnTo>
                  <a:pt x="874649" y="173989"/>
                </a:lnTo>
                <a:lnTo>
                  <a:pt x="873251" y="170687"/>
                </a:lnTo>
                <a:lnTo>
                  <a:pt x="870585" y="168021"/>
                </a:lnTo>
                <a:lnTo>
                  <a:pt x="867791" y="165353"/>
                </a:lnTo>
                <a:lnTo>
                  <a:pt x="864616" y="164084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4" name="object 14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64823" y="4648072"/>
            <a:ext cx="63626" cy="63753"/>
          </a:xfrm>
          <a:prstGeom prst="rect">
            <a:avLst/>
          </a:prstGeom>
        </p:spPr>
      </p:pic>
      <p:pic>
        <p:nvPicPr>
          <p:cNvPr id="15" name="object 15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396344" y="4579239"/>
            <a:ext cx="5050535" cy="240664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1692910" y="4074414"/>
            <a:ext cx="4553585" cy="1985645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ts val="7700"/>
              </a:lnSpc>
              <a:spcBef>
                <a:spcPts val="130"/>
              </a:spcBef>
            </a:pPr>
            <a:r>
              <a:rPr dirty="0" sz="6950" spc="-65"/>
              <a:t>O</a:t>
            </a:r>
            <a:r>
              <a:rPr dirty="0" sz="6950" spc="-1125"/>
              <a:t> </a:t>
            </a:r>
            <a:r>
              <a:rPr dirty="0" sz="6950" spc="-635"/>
              <a:t>CÓDIGO</a:t>
            </a:r>
            <a:endParaRPr sz="6950"/>
          </a:p>
          <a:p>
            <a:pPr marL="12700">
              <a:lnSpc>
                <a:spcPts val="7700"/>
              </a:lnSpc>
            </a:pPr>
            <a:r>
              <a:rPr dirty="0" sz="6950" spc="-855">
                <a:solidFill>
                  <a:srgbClr val="FD422D"/>
                </a:solidFill>
              </a:rPr>
              <a:t>O</a:t>
            </a:r>
            <a:r>
              <a:rPr dirty="0" sz="6950" spc="-930">
                <a:solidFill>
                  <a:srgbClr val="FD422D"/>
                </a:solidFill>
              </a:rPr>
              <a:t>R</a:t>
            </a:r>
            <a:r>
              <a:rPr dirty="0" sz="6950" spc="-1005">
                <a:solidFill>
                  <a:srgbClr val="FD422D"/>
                </a:solidFill>
              </a:rPr>
              <a:t>I</a:t>
            </a:r>
            <a:r>
              <a:rPr dirty="0" sz="6950" spc="-905">
                <a:solidFill>
                  <a:srgbClr val="FD422D"/>
                </a:solidFill>
              </a:rPr>
              <a:t>G</a:t>
            </a:r>
            <a:r>
              <a:rPr dirty="0" sz="6950" spc="-1125">
                <a:solidFill>
                  <a:srgbClr val="FD422D"/>
                </a:solidFill>
              </a:rPr>
              <a:t>I</a:t>
            </a:r>
            <a:r>
              <a:rPr dirty="0" sz="6950" spc="-865">
                <a:solidFill>
                  <a:srgbClr val="FD422D"/>
                </a:solidFill>
              </a:rPr>
              <a:t>N</a:t>
            </a:r>
            <a:r>
              <a:rPr dirty="0" sz="6950" spc="-885">
                <a:solidFill>
                  <a:srgbClr val="FD422D"/>
                </a:solidFill>
              </a:rPr>
              <a:t>A</a:t>
            </a:r>
            <a:r>
              <a:rPr dirty="0" sz="6950" spc="-520">
                <a:solidFill>
                  <a:srgbClr val="FD422D"/>
                </a:solidFill>
              </a:rPr>
              <a:t>L</a:t>
            </a:r>
            <a:endParaRPr sz="6950"/>
          </a:p>
        </p:txBody>
      </p:sp>
      <p:pic>
        <p:nvPicPr>
          <p:cNvPr id="17" name="object 17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035558" y="1019555"/>
            <a:ext cx="1836801" cy="145542"/>
          </a:xfrm>
          <a:prstGeom prst="rect">
            <a:avLst/>
          </a:prstGeom>
        </p:spPr>
      </p:pic>
      <p:pic>
        <p:nvPicPr>
          <p:cNvPr id="18" name="object 18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164823" y="6879081"/>
            <a:ext cx="63626" cy="63753"/>
          </a:xfrm>
          <a:prstGeom prst="rect">
            <a:avLst/>
          </a:prstGeom>
        </p:spPr>
      </p:pic>
      <p:pic>
        <p:nvPicPr>
          <p:cNvPr id="19" name="object 19" descr="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367516" y="6808978"/>
            <a:ext cx="4412614" cy="241935"/>
          </a:xfrm>
          <a:prstGeom prst="rect">
            <a:avLst/>
          </a:prstGeom>
        </p:spPr>
      </p:pic>
      <p:pic>
        <p:nvPicPr>
          <p:cNvPr id="20" name="object 20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164823" y="7231506"/>
            <a:ext cx="63626" cy="63754"/>
          </a:xfrm>
          <a:prstGeom prst="rect">
            <a:avLst/>
          </a:prstGeom>
        </p:spPr>
      </p:pic>
      <p:pic>
        <p:nvPicPr>
          <p:cNvPr id="21" name="object 21" descr="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1396344" y="7161403"/>
            <a:ext cx="3936364" cy="243205"/>
          </a:xfrm>
          <a:prstGeom prst="rect">
            <a:avLst/>
          </a:prstGeom>
        </p:spPr>
      </p:pic>
      <p:pic>
        <p:nvPicPr>
          <p:cNvPr id="22" name="object 22" descr="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1391265" y="7524622"/>
            <a:ext cx="1197990" cy="192150"/>
          </a:xfrm>
          <a:prstGeom prst="rect">
            <a:avLst/>
          </a:prstGeom>
        </p:spPr>
      </p:pic>
      <p:pic>
        <p:nvPicPr>
          <p:cNvPr id="23" name="object 23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164823" y="7945881"/>
            <a:ext cx="63626" cy="63754"/>
          </a:xfrm>
          <a:prstGeom prst="rect">
            <a:avLst/>
          </a:prstGeom>
        </p:spPr>
      </p:pic>
      <p:pic>
        <p:nvPicPr>
          <p:cNvPr id="24" name="object 24" descr="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1380469" y="7877047"/>
            <a:ext cx="2847085" cy="241934"/>
          </a:xfrm>
          <a:prstGeom prst="rect">
            <a:avLst/>
          </a:prstGeom>
        </p:spPr>
      </p:pic>
      <p:pic>
        <p:nvPicPr>
          <p:cNvPr id="25" name="object 25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164823" y="8298306"/>
            <a:ext cx="63626" cy="63754"/>
          </a:xfrm>
          <a:prstGeom prst="rect">
            <a:avLst/>
          </a:prstGeom>
        </p:spPr>
      </p:pic>
      <p:pic>
        <p:nvPicPr>
          <p:cNvPr id="26" name="object 26" descr="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1396344" y="8228203"/>
            <a:ext cx="3069335" cy="193421"/>
          </a:xfrm>
          <a:prstGeom prst="rect">
            <a:avLst/>
          </a:prstGeom>
        </p:spPr>
      </p:pic>
      <p:pic>
        <p:nvPicPr>
          <p:cNvPr id="27" name="object 27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164823" y="8660256"/>
            <a:ext cx="63626" cy="63754"/>
          </a:xfrm>
          <a:prstGeom prst="rect">
            <a:avLst/>
          </a:prstGeom>
        </p:spPr>
      </p:pic>
      <p:pic>
        <p:nvPicPr>
          <p:cNvPr id="28" name="object 28" descr="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1379072" y="8594979"/>
            <a:ext cx="3772407" cy="237108"/>
          </a:xfrm>
          <a:prstGeom prst="rect">
            <a:avLst/>
          </a:prstGeom>
        </p:spPr>
      </p:pic>
      <p:sp>
        <p:nvSpPr>
          <p:cNvPr id="29" name="object 29" descr=""/>
          <p:cNvSpPr/>
          <p:nvPr/>
        </p:nvSpPr>
        <p:spPr>
          <a:xfrm>
            <a:off x="1537080" y="6317741"/>
            <a:ext cx="1132840" cy="182245"/>
          </a:xfrm>
          <a:custGeom>
            <a:avLst/>
            <a:gdLst/>
            <a:ahLst/>
            <a:cxnLst/>
            <a:rect l="l" t="t" r="r" b="b"/>
            <a:pathLst>
              <a:path w="1132839" h="182245">
                <a:moveTo>
                  <a:pt x="77850" y="0"/>
                </a:moveTo>
                <a:lnTo>
                  <a:pt x="0" y="0"/>
                </a:lnTo>
                <a:lnTo>
                  <a:pt x="0" y="180086"/>
                </a:lnTo>
                <a:lnTo>
                  <a:pt x="41656" y="180086"/>
                </a:lnTo>
                <a:lnTo>
                  <a:pt x="41656" y="129921"/>
                </a:lnTo>
                <a:lnTo>
                  <a:pt x="124401" y="129921"/>
                </a:lnTo>
                <a:lnTo>
                  <a:pt x="118999" y="122174"/>
                </a:lnTo>
                <a:lnTo>
                  <a:pt x="127357" y="117915"/>
                </a:lnTo>
                <a:lnTo>
                  <a:pt x="134715" y="112775"/>
                </a:lnTo>
                <a:lnTo>
                  <a:pt x="141073" y="106779"/>
                </a:lnTo>
                <a:lnTo>
                  <a:pt x="146431" y="99949"/>
                </a:lnTo>
                <a:lnTo>
                  <a:pt x="148181" y="96774"/>
                </a:lnTo>
                <a:lnTo>
                  <a:pt x="41656" y="96774"/>
                </a:lnTo>
                <a:lnTo>
                  <a:pt x="41656" y="34036"/>
                </a:lnTo>
                <a:lnTo>
                  <a:pt x="148416" y="34036"/>
                </a:lnTo>
                <a:lnTo>
                  <a:pt x="146557" y="30607"/>
                </a:lnTo>
                <a:lnTo>
                  <a:pt x="110212" y="4500"/>
                </a:lnTo>
                <a:lnTo>
                  <a:pt x="89447" y="500"/>
                </a:lnTo>
                <a:lnTo>
                  <a:pt x="77850" y="0"/>
                </a:lnTo>
                <a:close/>
              </a:path>
              <a:path w="1132839" h="182245">
                <a:moveTo>
                  <a:pt x="124401" y="129921"/>
                </a:moveTo>
                <a:lnTo>
                  <a:pt x="79882" y="129921"/>
                </a:lnTo>
                <a:lnTo>
                  <a:pt x="114681" y="180086"/>
                </a:lnTo>
                <a:lnTo>
                  <a:pt x="159385" y="180086"/>
                </a:lnTo>
                <a:lnTo>
                  <a:pt x="124401" y="129921"/>
                </a:lnTo>
                <a:close/>
              </a:path>
              <a:path w="1132839" h="182245">
                <a:moveTo>
                  <a:pt x="148416" y="34036"/>
                </a:moveTo>
                <a:lnTo>
                  <a:pt x="75565" y="34036"/>
                </a:lnTo>
                <a:lnTo>
                  <a:pt x="84405" y="34538"/>
                </a:lnTo>
                <a:lnTo>
                  <a:pt x="92090" y="36052"/>
                </a:lnTo>
                <a:lnTo>
                  <a:pt x="98657" y="38590"/>
                </a:lnTo>
                <a:lnTo>
                  <a:pt x="104139" y="42163"/>
                </a:lnTo>
                <a:lnTo>
                  <a:pt x="110617" y="47498"/>
                </a:lnTo>
                <a:lnTo>
                  <a:pt x="113918" y="55245"/>
                </a:lnTo>
                <a:lnTo>
                  <a:pt x="113918" y="75311"/>
                </a:lnTo>
                <a:lnTo>
                  <a:pt x="75565" y="96774"/>
                </a:lnTo>
                <a:lnTo>
                  <a:pt x="148181" y="96774"/>
                </a:lnTo>
                <a:lnTo>
                  <a:pt x="150618" y="92354"/>
                </a:lnTo>
                <a:lnTo>
                  <a:pt x="153638" y="84058"/>
                </a:lnTo>
                <a:lnTo>
                  <a:pt x="155418" y="75311"/>
                </a:lnTo>
                <a:lnTo>
                  <a:pt x="155467" y="75070"/>
                </a:lnTo>
                <a:lnTo>
                  <a:pt x="156082" y="65405"/>
                </a:lnTo>
                <a:lnTo>
                  <a:pt x="155487" y="55717"/>
                </a:lnTo>
                <a:lnTo>
                  <a:pt x="153701" y="46672"/>
                </a:lnTo>
                <a:lnTo>
                  <a:pt x="150830" y="38590"/>
                </a:lnTo>
                <a:lnTo>
                  <a:pt x="150725" y="38294"/>
                </a:lnTo>
                <a:lnTo>
                  <a:pt x="148416" y="34036"/>
                </a:lnTo>
                <a:close/>
              </a:path>
              <a:path w="1132839" h="182245">
                <a:moveTo>
                  <a:pt x="251206" y="39624"/>
                </a:moveTo>
                <a:lnTo>
                  <a:pt x="213487" y="48768"/>
                </a:lnTo>
                <a:lnTo>
                  <a:pt x="182756" y="82671"/>
                </a:lnTo>
                <a:lnTo>
                  <a:pt x="177292" y="110871"/>
                </a:lnTo>
                <a:lnTo>
                  <a:pt x="177909" y="120894"/>
                </a:lnTo>
                <a:lnTo>
                  <a:pt x="198929" y="162099"/>
                </a:lnTo>
                <a:lnTo>
                  <a:pt x="234203" y="179832"/>
                </a:lnTo>
                <a:lnTo>
                  <a:pt x="256286" y="182118"/>
                </a:lnTo>
                <a:lnTo>
                  <a:pt x="273931" y="180715"/>
                </a:lnTo>
                <a:lnTo>
                  <a:pt x="289337" y="176514"/>
                </a:lnTo>
                <a:lnTo>
                  <a:pt x="302506" y="169527"/>
                </a:lnTo>
                <a:lnTo>
                  <a:pt x="313436" y="159766"/>
                </a:lnTo>
                <a:lnTo>
                  <a:pt x="304355" y="149987"/>
                </a:lnTo>
                <a:lnTo>
                  <a:pt x="257301" y="149987"/>
                </a:lnTo>
                <a:lnTo>
                  <a:pt x="249803" y="149512"/>
                </a:lnTo>
                <a:lnTo>
                  <a:pt x="217677" y="122174"/>
                </a:lnTo>
                <a:lnTo>
                  <a:pt x="322325" y="122174"/>
                </a:lnTo>
                <a:lnTo>
                  <a:pt x="322833" y="115570"/>
                </a:lnTo>
                <a:lnTo>
                  <a:pt x="323214" y="111887"/>
                </a:lnTo>
                <a:lnTo>
                  <a:pt x="323186" y="110871"/>
                </a:lnTo>
                <a:lnTo>
                  <a:pt x="322625" y="100994"/>
                </a:lnTo>
                <a:lnTo>
                  <a:pt x="322238" y="98806"/>
                </a:lnTo>
                <a:lnTo>
                  <a:pt x="217169" y="98806"/>
                </a:lnTo>
                <a:lnTo>
                  <a:pt x="218547" y="90043"/>
                </a:lnTo>
                <a:lnTo>
                  <a:pt x="242316" y="69977"/>
                </a:lnTo>
                <a:lnTo>
                  <a:pt x="311424" y="69977"/>
                </a:lnTo>
                <a:lnTo>
                  <a:pt x="308625" y="65817"/>
                </a:lnTo>
                <a:lnTo>
                  <a:pt x="270821" y="41910"/>
                </a:lnTo>
                <a:lnTo>
                  <a:pt x="271056" y="41910"/>
                </a:lnTo>
                <a:lnTo>
                  <a:pt x="261220" y="40195"/>
                </a:lnTo>
                <a:lnTo>
                  <a:pt x="261513" y="40195"/>
                </a:lnTo>
                <a:lnTo>
                  <a:pt x="251206" y="39624"/>
                </a:lnTo>
                <a:close/>
              </a:path>
              <a:path w="1132839" h="182245">
                <a:moveTo>
                  <a:pt x="291973" y="136652"/>
                </a:moveTo>
                <a:lnTo>
                  <a:pt x="287274" y="141224"/>
                </a:lnTo>
                <a:lnTo>
                  <a:pt x="282067" y="144653"/>
                </a:lnTo>
                <a:lnTo>
                  <a:pt x="270891" y="148971"/>
                </a:lnTo>
                <a:lnTo>
                  <a:pt x="264541" y="149987"/>
                </a:lnTo>
                <a:lnTo>
                  <a:pt x="304355" y="149987"/>
                </a:lnTo>
                <a:lnTo>
                  <a:pt x="291973" y="136652"/>
                </a:lnTo>
                <a:close/>
              </a:path>
              <a:path w="1132839" h="182245">
                <a:moveTo>
                  <a:pt x="311424" y="69977"/>
                </a:moveTo>
                <a:lnTo>
                  <a:pt x="260350" y="69977"/>
                </a:lnTo>
                <a:lnTo>
                  <a:pt x="267843" y="72644"/>
                </a:lnTo>
                <a:lnTo>
                  <a:pt x="274066" y="77850"/>
                </a:lnTo>
                <a:lnTo>
                  <a:pt x="280162" y="83058"/>
                </a:lnTo>
                <a:lnTo>
                  <a:pt x="283971" y="90043"/>
                </a:lnTo>
                <a:lnTo>
                  <a:pt x="285369" y="98806"/>
                </a:lnTo>
                <a:lnTo>
                  <a:pt x="322238" y="98806"/>
                </a:lnTo>
                <a:lnTo>
                  <a:pt x="320932" y="91582"/>
                </a:lnTo>
                <a:lnTo>
                  <a:pt x="320849" y="91122"/>
                </a:lnTo>
                <a:lnTo>
                  <a:pt x="317910" y="81982"/>
                </a:lnTo>
                <a:lnTo>
                  <a:pt x="313817" y="73533"/>
                </a:lnTo>
                <a:lnTo>
                  <a:pt x="311424" y="69977"/>
                </a:lnTo>
                <a:close/>
              </a:path>
              <a:path w="1132839" h="182245">
                <a:moveTo>
                  <a:pt x="349504" y="138430"/>
                </a:moveTo>
                <a:lnTo>
                  <a:pt x="336169" y="167259"/>
                </a:lnTo>
                <a:lnTo>
                  <a:pt x="341455" y="170283"/>
                </a:lnTo>
                <a:lnTo>
                  <a:pt x="347598" y="173069"/>
                </a:lnTo>
                <a:lnTo>
                  <a:pt x="387514" y="181856"/>
                </a:lnTo>
                <a:lnTo>
                  <a:pt x="396113" y="182118"/>
                </a:lnTo>
                <a:lnTo>
                  <a:pt x="403794" y="181856"/>
                </a:lnTo>
                <a:lnTo>
                  <a:pt x="405287" y="181856"/>
                </a:lnTo>
                <a:lnTo>
                  <a:pt x="444214" y="169989"/>
                </a:lnTo>
                <a:lnTo>
                  <a:pt x="459697" y="151765"/>
                </a:lnTo>
                <a:lnTo>
                  <a:pt x="397637" y="151765"/>
                </a:lnTo>
                <a:lnTo>
                  <a:pt x="391306" y="151528"/>
                </a:lnTo>
                <a:lnTo>
                  <a:pt x="355726" y="142367"/>
                </a:lnTo>
                <a:lnTo>
                  <a:pt x="349504" y="138430"/>
                </a:lnTo>
                <a:close/>
              </a:path>
              <a:path w="1132839" h="182245">
                <a:moveTo>
                  <a:pt x="403606" y="39624"/>
                </a:moveTo>
                <a:lnTo>
                  <a:pt x="394031" y="39981"/>
                </a:lnTo>
                <a:lnTo>
                  <a:pt x="385111" y="41052"/>
                </a:lnTo>
                <a:lnTo>
                  <a:pt x="376430" y="42925"/>
                </a:lnTo>
                <a:lnTo>
                  <a:pt x="376567" y="42925"/>
                </a:lnTo>
                <a:lnTo>
                  <a:pt x="369188" y="45338"/>
                </a:lnTo>
                <a:lnTo>
                  <a:pt x="340137" y="73660"/>
                </a:lnTo>
                <a:lnTo>
                  <a:pt x="339470" y="75763"/>
                </a:lnTo>
                <a:lnTo>
                  <a:pt x="339470" y="84455"/>
                </a:lnTo>
                <a:lnTo>
                  <a:pt x="359410" y="118237"/>
                </a:lnTo>
                <a:lnTo>
                  <a:pt x="404368" y="127508"/>
                </a:lnTo>
                <a:lnTo>
                  <a:pt x="411480" y="129032"/>
                </a:lnTo>
                <a:lnTo>
                  <a:pt x="416179" y="130683"/>
                </a:lnTo>
                <a:lnTo>
                  <a:pt x="420750" y="132461"/>
                </a:lnTo>
                <a:lnTo>
                  <a:pt x="423037" y="135255"/>
                </a:lnTo>
                <a:lnTo>
                  <a:pt x="423037" y="139192"/>
                </a:lnTo>
                <a:lnTo>
                  <a:pt x="421461" y="144692"/>
                </a:lnTo>
                <a:lnTo>
                  <a:pt x="416718" y="148621"/>
                </a:lnTo>
                <a:lnTo>
                  <a:pt x="408785" y="150979"/>
                </a:lnTo>
                <a:lnTo>
                  <a:pt x="397637" y="151765"/>
                </a:lnTo>
                <a:lnTo>
                  <a:pt x="459697" y="151765"/>
                </a:lnTo>
                <a:lnTo>
                  <a:pt x="461391" y="146685"/>
                </a:lnTo>
                <a:lnTo>
                  <a:pt x="461391" y="128016"/>
                </a:lnTo>
                <a:lnTo>
                  <a:pt x="458810" y="120396"/>
                </a:lnTo>
                <a:lnTo>
                  <a:pt x="458724" y="120142"/>
                </a:lnTo>
                <a:lnTo>
                  <a:pt x="453389" y="114554"/>
                </a:lnTo>
                <a:lnTo>
                  <a:pt x="448182" y="108838"/>
                </a:lnTo>
                <a:lnTo>
                  <a:pt x="441832" y="104902"/>
                </a:lnTo>
                <a:lnTo>
                  <a:pt x="396748" y="95250"/>
                </a:lnTo>
                <a:lnTo>
                  <a:pt x="389381" y="93599"/>
                </a:lnTo>
                <a:lnTo>
                  <a:pt x="384810" y="91821"/>
                </a:lnTo>
                <a:lnTo>
                  <a:pt x="380111" y="90170"/>
                </a:lnTo>
                <a:lnTo>
                  <a:pt x="377825" y="87122"/>
                </a:lnTo>
                <a:lnTo>
                  <a:pt x="377825" y="79121"/>
                </a:lnTo>
                <a:lnTo>
                  <a:pt x="379983" y="76073"/>
                </a:lnTo>
                <a:lnTo>
                  <a:pt x="384301" y="73660"/>
                </a:lnTo>
                <a:lnTo>
                  <a:pt x="388493" y="71247"/>
                </a:lnTo>
                <a:lnTo>
                  <a:pt x="394969" y="69977"/>
                </a:lnTo>
                <a:lnTo>
                  <a:pt x="448203" y="69977"/>
                </a:lnTo>
                <a:lnTo>
                  <a:pt x="456819" y="51688"/>
                </a:lnTo>
                <a:lnTo>
                  <a:pt x="418195" y="40465"/>
                </a:lnTo>
                <a:lnTo>
                  <a:pt x="410918" y="39836"/>
                </a:lnTo>
                <a:lnTo>
                  <a:pt x="403606" y="39624"/>
                </a:lnTo>
                <a:close/>
              </a:path>
              <a:path w="1132839" h="182245">
                <a:moveTo>
                  <a:pt x="448203" y="69977"/>
                </a:moveTo>
                <a:lnTo>
                  <a:pt x="403606" y="69977"/>
                </a:lnTo>
                <a:lnTo>
                  <a:pt x="414174" y="70619"/>
                </a:lnTo>
                <a:lnTo>
                  <a:pt x="424338" y="72548"/>
                </a:lnTo>
                <a:lnTo>
                  <a:pt x="434074" y="75763"/>
                </a:lnTo>
                <a:lnTo>
                  <a:pt x="443356" y="80263"/>
                </a:lnTo>
                <a:lnTo>
                  <a:pt x="448203" y="69977"/>
                </a:lnTo>
                <a:close/>
              </a:path>
              <a:path w="1132839" h="182245">
                <a:moveTo>
                  <a:pt x="522224" y="41783"/>
                </a:moveTo>
                <a:lnTo>
                  <a:pt x="482092" y="41783"/>
                </a:lnTo>
                <a:lnTo>
                  <a:pt x="482092" y="119887"/>
                </a:lnTo>
                <a:lnTo>
                  <a:pt x="491093" y="157660"/>
                </a:lnTo>
                <a:lnTo>
                  <a:pt x="528365" y="181141"/>
                </a:lnTo>
                <a:lnTo>
                  <a:pt x="541274" y="182118"/>
                </a:lnTo>
                <a:lnTo>
                  <a:pt x="549910" y="182118"/>
                </a:lnTo>
                <a:lnTo>
                  <a:pt x="557783" y="180594"/>
                </a:lnTo>
                <a:lnTo>
                  <a:pt x="572516" y="174244"/>
                </a:lnTo>
                <a:lnTo>
                  <a:pt x="578866" y="169672"/>
                </a:lnTo>
                <a:lnTo>
                  <a:pt x="584200" y="163575"/>
                </a:lnTo>
                <a:lnTo>
                  <a:pt x="622300" y="163575"/>
                </a:lnTo>
                <a:lnTo>
                  <a:pt x="622300" y="147447"/>
                </a:lnTo>
                <a:lnTo>
                  <a:pt x="550291" y="147447"/>
                </a:lnTo>
                <a:lnTo>
                  <a:pt x="538029" y="145353"/>
                </a:lnTo>
                <a:lnTo>
                  <a:pt x="529256" y="139080"/>
                </a:lnTo>
                <a:lnTo>
                  <a:pt x="523984" y="128641"/>
                </a:lnTo>
                <a:lnTo>
                  <a:pt x="522224" y="114046"/>
                </a:lnTo>
                <a:lnTo>
                  <a:pt x="522224" y="41783"/>
                </a:lnTo>
                <a:close/>
              </a:path>
              <a:path w="1132839" h="182245">
                <a:moveTo>
                  <a:pt x="622300" y="163575"/>
                </a:moveTo>
                <a:lnTo>
                  <a:pt x="584200" y="163575"/>
                </a:lnTo>
                <a:lnTo>
                  <a:pt x="584200" y="180086"/>
                </a:lnTo>
                <a:lnTo>
                  <a:pt x="622300" y="180086"/>
                </a:lnTo>
                <a:lnTo>
                  <a:pt x="622300" y="163575"/>
                </a:lnTo>
                <a:close/>
              </a:path>
              <a:path w="1132839" h="182245">
                <a:moveTo>
                  <a:pt x="622300" y="41783"/>
                </a:moveTo>
                <a:lnTo>
                  <a:pt x="582168" y="41783"/>
                </a:lnTo>
                <a:lnTo>
                  <a:pt x="582168" y="110109"/>
                </a:lnTo>
                <a:lnTo>
                  <a:pt x="581620" y="118796"/>
                </a:lnTo>
                <a:lnTo>
                  <a:pt x="559816" y="147447"/>
                </a:lnTo>
                <a:lnTo>
                  <a:pt x="622300" y="147447"/>
                </a:lnTo>
                <a:lnTo>
                  <a:pt x="622300" y="41783"/>
                </a:lnTo>
                <a:close/>
              </a:path>
              <a:path w="1132839" h="182245">
                <a:moveTo>
                  <a:pt x="692657" y="41783"/>
                </a:moveTo>
                <a:lnTo>
                  <a:pt x="654304" y="41783"/>
                </a:lnTo>
                <a:lnTo>
                  <a:pt x="654304" y="180086"/>
                </a:lnTo>
                <a:lnTo>
                  <a:pt x="694436" y="180086"/>
                </a:lnTo>
                <a:lnTo>
                  <a:pt x="694436" y="110617"/>
                </a:lnTo>
                <a:lnTo>
                  <a:pt x="694957" y="102211"/>
                </a:lnTo>
                <a:lnTo>
                  <a:pt x="715518" y="74422"/>
                </a:lnTo>
                <a:lnTo>
                  <a:pt x="884374" y="74422"/>
                </a:lnTo>
                <a:lnTo>
                  <a:pt x="884301" y="74104"/>
                </a:lnTo>
                <a:lnTo>
                  <a:pt x="879538" y="63583"/>
                </a:lnTo>
                <a:lnTo>
                  <a:pt x="878586" y="62357"/>
                </a:lnTo>
                <a:lnTo>
                  <a:pt x="781685" y="62357"/>
                </a:lnTo>
                <a:lnTo>
                  <a:pt x="778199" y="57658"/>
                </a:lnTo>
                <a:lnTo>
                  <a:pt x="692657" y="57658"/>
                </a:lnTo>
                <a:lnTo>
                  <a:pt x="692657" y="41783"/>
                </a:lnTo>
                <a:close/>
              </a:path>
              <a:path w="1132839" h="182245">
                <a:moveTo>
                  <a:pt x="812292" y="74422"/>
                </a:moveTo>
                <a:lnTo>
                  <a:pt x="724788" y="74422"/>
                </a:lnTo>
                <a:lnTo>
                  <a:pt x="736290" y="76450"/>
                </a:lnTo>
                <a:lnTo>
                  <a:pt x="744505" y="82550"/>
                </a:lnTo>
                <a:lnTo>
                  <a:pt x="749434" y="92745"/>
                </a:lnTo>
                <a:lnTo>
                  <a:pt x="751077" y="107061"/>
                </a:lnTo>
                <a:lnTo>
                  <a:pt x="751077" y="180086"/>
                </a:lnTo>
                <a:lnTo>
                  <a:pt x="791210" y="180086"/>
                </a:lnTo>
                <a:lnTo>
                  <a:pt x="791210" y="110617"/>
                </a:lnTo>
                <a:lnTo>
                  <a:pt x="791712" y="102211"/>
                </a:lnTo>
                <a:lnTo>
                  <a:pt x="793226" y="94900"/>
                </a:lnTo>
                <a:lnTo>
                  <a:pt x="795764" y="88685"/>
                </a:lnTo>
                <a:lnTo>
                  <a:pt x="799338" y="83566"/>
                </a:lnTo>
                <a:lnTo>
                  <a:pt x="804926" y="77470"/>
                </a:lnTo>
                <a:lnTo>
                  <a:pt x="812292" y="74422"/>
                </a:lnTo>
                <a:close/>
              </a:path>
              <a:path w="1132839" h="182245">
                <a:moveTo>
                  <a:pt x="884374" y="74422"/>
                </a:moveTo>
                <a:lnTo>
                  <a:pt x="830199" y="74422"/>
                </a:lnTo>
                <a:lnTo>
                  <a:pt x="836676" y="77088"/>
                </a:lnTo>
                <a:lnTo>
                  <a:pt x="841328" y="82550"/>
                </a:lnTo>
                <a:lnTo>
                  <a:pt x="844174" y="87022"/>
                </a:lnTo>
                <a:lnTo>
                  <a:pt x="846299" y="92745"/>
                </a:lnTo>
                <a:lnTo>
                  <a:pt x="847552" y="99317"/>
                </a:lnTo>
                <a:lnTo>
                  <a:pt x="847979" y="107061"/>
                </a:lnTo>
                <a:lnTo>
                  <a:pt x="847979" y="180086"/>
                </a:lnTo>
                <a:lnTo>
                  <a:pt x="888111" y="180086"/>
                </a:lnTo>
                <a:lnTo>
                  <a:pt x="888009" y="99317"/>
                </a:lnTo>
                <a:lnTo>
                  <a:pt x="887301" y="88685"/>
                </a:lnTo>
                <a:lnTo>
                  <a:pt x="887191" y="87022"/>
                </a:lnTo>
                <a:lnTo>
                  <a:pt x="887158" y="86530"/>
                </a:lnTo>
                <a:lnTo>
                  <a:pt x="884374" y="74422"/>
                </a:lnTo>
                <a:close/>
              </a:path>
              <a:path w="1132839" h="182245">
                <a:moveTo>
                  <a:pt x="831595" y="39624"/>
                </a:moveTo>
                <a:lnTo>
                  <a:pt x="791273" y="52736"/>
                </a:lnTo>
                <a:lnTo>
                  <a:pt x="781685" y="62357"/>
                </a:lnTo>
                <a:lnTo>
                  <a:pt x="878586" y="62357"/>
                </a:lnTo>
                <a:lnTo>
                  <a:pt x="843885" y="40578"/>
                </a:lnTo>
                <a:lnTo>
                  <a:pt x="831595" y="39624"/>
                </a:lnTo>
                <a:close/>
              </a:path>
              <a:path w="1132839" h="182245">
                <a:moveTo>
                  <a:pt x="736092" y="39624"/>
                </a:moveTo>
                <a:lnTo>
                  <a:pt x="727201" y="39624"/>
                </a:lnTo>
                <a:lnTo>
                  <a:pt x="719074" y="41148"/>
                </a:lnTo>
                <a:lnTo>
                  <a:pt x="711581" y="44323"/>
                </a:lnTo>
                <a:lnTo>
                  <a:pt x="704088" y="47371"/>
                </a:lnTo>
                <a:lnTo>
                  <a:pt x="697864" y="51816"/>
                </a:lnTo>
                <a:lnTo>
                  <a:pt x="692657" y="57658"/>
                </a:lnTo>
                <a:lnTo>
                  <a:pt x="778199" y="57658"/>
                </a:lnTo>
                <a:lnTo>
                  <a:pt x="743269" y="40003"/>
                </a:lnTo>
                <a:lnTo>
                  <a:pt x="736092" y="39624"/>
                </a:lnTo>
                <a:close/>
              </a:path>
              <a:path w="1132839" h="182245">
                <a:moveTo>
                  <a:pt x="986917" y="39624"/>
                </a:moveTo>
                <a:lnTo>
                  <a:pt x="947674" y="48768"/>
                </a:lnTo>
                <a:lnTo>
                  <a:pt x="916235" y="82528"/>
                </a:lnTo>
                <a:lnTo>
                  <a:pt x="910717" y="110871"/>
                </a:lnTo>
                <a:lnTo>
                  <a:pt x="911228" y="119183"/>
                </a:lnTo>
                <a:lnTo>
                  <a:pt x="925903" y="155346"/>
                </a:lnTo>
                <a:lnTo>
                  <a:pt x="966152" y="179832"/>
                </a:lnTo>
                <a:lnTo>
                  <a:pt x="986917" y="182118"/>
                </a:lnTo>
                <a:lnTo>
                  <a:pt x="997511" y="181546"/>
                </a:lnTo>
                <a:lnTo>
                  <a:pt x="1034151" y="167971"/>
                </a:lnTo>
                <a:lnTo>
                  <a:pt x="1051894" y="149225"/>
                </a:lnTo>
                <a:lnTo>
                  <a:pt x="986917" y="149225"/>
                </a:lnTo>
                <a:lnTo>
                  <a:pt x="979535" y="148580"/>
                </a:lnTo>
                <a:lnTo>
                  <a:pt x="951995" y="119183"/>
                </a:lnTo>
                <a:lnTo>
                  <a:pt x="951357" y="110871"/>
                </a:lnTo>
                <a:lnTo>
                  <a:pt x="951995" y="102560"/>
                </a:lnTo>
                <a:lnTo>
                  <a:pt x="979535" y="73288"/>
                </a:lnTo>
                <a:lnTo>
                  <a:pt x="986917" y="72644"/>
                </a:lnTo>
                <a:lnTo>
                  <a:pt x="1051896" y="72644"/>
                </a:lnTo>
                <a:lnTo>
                  <a:pt x="1047624" y="66502"/>
                </a:lnTo>
                <a:lnTo>
                  <a:pt x="1007570" y="41910"/>
                </a:lnTo>
                <a:lnTo>
                  <a:pt x="997511" y="40195"/>
                </a:lnTo>
                <a:lnTo>
                  <a:pt x="986917" y="39624"/>
                </a:lnTo>
                <a:close/>
              </a:path>
              <a:path w="1132839" h="182245">
                <a:moveTo>
                  <a:pt x="1051896" y="72644"/>
                </a:moveTo>
                <a:lnTo>
                  <a:pt x="986917" y="72644"/>
                </a:lnTo>
                <a:lnTo>
                  <a:pt x="994277" y="73288"/>
                </a:lnTo>
                <a:lnTo>
                  <a:pt x="1000934" y="75231"/>
                </a:lnTo>
                <a:lnTo>
                  <a:pt x="1022095" y="110871"/>
                </a:lnTo>
                <a:lnTo>
                  <a:pt x="1021476" y="119183"/>
                </a:lnTo>
                <a:lnTo>
                  <a:pt x="994277" y="148580"/>
                </a:lnTo>
                <a:lnTo>
                  <a:pt x="986917" y="149225"/>
                </a:lnTo>
                <a:lnTo>
                  <a:pt x="1051894" y="149225"/>
                </a:lnTo>
                <a:lnTo>
                  <a:pt x="1062736" y="110871"/>
                </a:lnTo>
                <a:lnTo>
                  <a:pt x="1062223" y="102560"/>
                </a:lnTo>
                <a:lnTo>
                  <a:pt x="1062118" y="100867"/>
                </a:lnTo>
                <a:lnTo>
                  <a:pt x="1060275" y="91424"/>
                </a:lnTo>
                <a:lnTo>
                  <a:pt x="1057217" y="82528"/>
                </a:lnTo>
                <a:lnTo>
                  <a:pt x="1052957" y="74168"/>
                </a:lnTo>
                <a:lnTo>
                  <a:pt x="1051896" y="72644"/>
                </a:lnTo>
                <a:close/>
              </a:path>
              <a:path w="1132839" h="182245">
                <a:moveTo>
                  <a:pt x="1114679" y="39878"/>
                </a:moveTo>
                <a:lnTo>
                  <a:pt x="1100582" y="39878"/>
                </a:lnTo>
                <a:lnTo>
                  <a:pt x="1094739" y="42163"/>
                </a:lnTo>
                <a:lnTo>
                  <a:pt x="1085088" y="51308"/>
                </a:lnTo>
                <a:lnTo>
                  <a:pt x="1082675" y="57277"/>
                </a:lnTo>
                <a:lnTo>
                  <a:pt x="1082675" y="71755"/>
                </a:lnTo>
                <a:lnTo>
                  <a:pt x="1085088" y="77850"/>
                </a:lnTo>
                <a:lnTo>
                  <a:pt x="1089914" y="82550"/>
                </a:lnTo>
                <a:lnTo>
                  <a:pt x="1094739" y="87375"/>
                </a:lnTo>
                <a:lnTo>
                  <a:pt x="1100582" y="89788"/>
                </a:lnTo>
                <a:lnTo>
                  <a:pt x="1114679" y="89788"/>
                </a:lnTo>
                <a:lnTo>
                  <a:pt x="1120648" y="87375"/>
                </a:lnTo>
                <a:lnTo>
                  <a:pt x="1130173" y="77850"/>
                </a:lnTo>
                <a:lnTo>
                  <a:pt x="1132586" y="71755"/>
                </a:lnTo>
                <a:lnTo>
                  <a:pt x="1132586" y="57277"/>
                </a:lnTo>
                <a:lnTo>
                  <a:pt x="1130173" y="51308"/>
                </a:lnTo>
                <a:lnTo>
                  <a:pt x="1125474" y="46736"/>
                </a:lnTo>
                <a:lnTo>
                  <a:pt x="1120648" y="42163"/>
                </a:lnTo>
                <a:lnTo>
                  <a:pt x="1114679" y="39878"/>
                </a:lnTo>
                <a:close/>
              </a:path>
              <a:path w="1132839" h="182245">
                <a:moveTo>
                  <a:pt x="1114679" y="132207"/>
                </a:moveTo>
                <a:lnTo>
                  <a:pt x="1100582" y="132207"/>
                </a:lnTo>
                <a:lnTo>
                  <a:pt x="1094739" y="134493"/>
                </a:lnTo>
                <a:lnTo>
                  <a:pt x="1085088" y="143637"/>
                </a:lnTo>
                <a:lnTo>
                  <a:pt x="1082675" y="149606"/>
                </a:lnTo>
                <a:lnTo>
                  <a:pt x="1082675" y="164084"/>
                </a:lnTo>
                <a:lnTo>
                  <a:pt x="1085088" y="170180"/>
                </a:lnTo>
                <a:lnTo>
                  <a:pt x="1089914" y="174879"/>
                </a:lnTo>
                <a:lnTo>
                  <a:pt x="1094739" y="179705"/>
                </a:lnTo>
                <a:lnTo>
                  <a:pt x="1100582" y="182118"/>
                </a:lnTo>
                <a:lnTo>
                  <a:pt x="1114679" y="182118"/>
                </a:lnTo>
                <a:lnTo>
                  <a:pt x="1120648" y="179705"/>
                </a:lnTo>
                <a:lnTo>
                  <a:pt x="1130173" y="170180"/>
                </a:lnTo>
                <a:lnTo>
                  <a:pt x="1132586" y="164084"/>
                </a:lnTo>
                <a:lnTo>
                  <a:pt x="1132586" y="149606"/>
                </a:lnTo>
                <a:lnTo>
                  <a:pt x="1130173" y="143637"/>
                </a:lnTo>
                <a:lnTo>
                  <a:pt x="1125474" y="139065"/>
                </a:lnTo>
                <a:lnTo>
                  <a:pt x="1120648" y="134493"/>
                </a:lnTo>
                <a:lnTo>
                  <a:pt x="1114679" y="132207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30" name="object 30" descr="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544955" y="6658102"/>
            <a:ext cx="5520817" cy="243332"/>
          </a:xfrm>
          <a:prstGeom prst="rect">
            <a:avLst/>
          </a:prstGeom>
        </p:spPr>
      </p:pic>
      <p:pic>
        <p:nvPicPr>
          <p:cNvPr id="31" name="object 31" descr="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541144" y="7020052"/>
            <a:ext cx="1463548" cy="2420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20300" y="1524000"/>
            <a:ext cx="6343650" cy="1343025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20300" y="3000375"/>
            <a:ext cx="6343650" cy="1343025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20300" y="4476750"/>
            <a:ext cx="6343650" cy="1343025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79930" y="4629403"/>
            <a:ext cx="4389755" cy="800735"/>
          </a:xfrm>
          <a:prstGeom prst="rect">
            <a:avLst/>
          </a:prstGeom>
        </p:spPr>
      </p:pic>
      <p:sp>
        <p:nvSpPr>
          <p:cNvPr id="6" name="object 6" descr=""/>
          <p:cNvSpPr txBox="1"/>
          <p:nvPr/>
        </p:nvSpPr>
        <p:spPr>
          <a:xfrm>
            <a:off x="1464310" y="3630612"/>
            <a:ext cx="6856095" cy="28727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484" b="1">
                <a:solidFill>
                  <a:srgbClr val="FFFFFF"/>
                </a:solidFill>
                <a:latin typeface="Verdana"/>
                <a:cs typeface="Verdana"/>
              </a:rPr>
              <a:t>PROBLEMAS</a:t>
            </a:r>
            <a:endParaRPr sz="69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5700"/>
              </a:spcBef>
            </a:pPr>
            <a:r>
              <a:rPr dirty="0" sz="6950" spc="-1070" b="1">
                <a:solidFill>
                  <a:srgbClr val="FD422D"/>
                </a:solidFill>
                <a:latin typeface="Verdana"/>
                <a:cs typeface="Verdana"/>
              </a:rPr>
              <a:t>I</a:t>
            </a:r>
            <a:r>
              <a:rPr dirty="0" sz="6950" spc="-760" b="1">
                <a:solidFill>
                  <a:srgbClr val="FD422D"/>
                </a:solidFill>
                <a:latin typeface="Verdana"/>
                <a:cs typeface="Verdana"/>
              </a:rPr>
              <a:t>D</a:t>
            </a:r>
            <a:r>
              <a:rPr dirty="0" sz="6950" spc="-875" b="1">
                <a:solidFill>
                  <a:srgbClr val="FD422D"/>
                </a:solidFill>
                <a:latin typeface="Verdana"/>
                <a:cs typeface="Verdana"/>
              </a:rPr>
              <a:t>E</a:t>
            </a:r>
            <a:r>
              <a:rPr dirty="0" sz="6950" spc="-805" b="1">
                <a:solidFill>
                  <a:srgbClr val="FD422D"/>
                </a:solidFill>
                <a:latin typeface="Verdana"/>
                <a:cs typeface="Verdana"/>
              </a:rPr>
              <a:t>N</a:t>
            </a:r>
            <a:r>
              <a:rPr dirty="0" sz="6950" spc="-815" b="1">
                <a:solidFill>
                  <a:srgbClr val="FD422D"/>
                </a:solidFill>
                <a:latin typeface="Verdana"/>
                <a:cs typeface="Verdana"/>
              </a:rPr>
              <a:t>T</a:t>
            </a:r>
            <a:r>
              <a:rPr dirty="0" sz="6950" spc="-1070" b="1">
                <a:solidFill>
                  <a:srgbClr val="FD422D"/>
                </a:solidFill>
                <a:latin typeface="Verdana"/>
                <a:cs typeface="Verdana"/>
              </a:rPr>
              <a:t>I</a:t>
            </a:r>
            <a:r>
              <a:rPr dirty="0" sz="6950" spc="-800" b="1">
                <a:solidFill>
                  <a:srgbClr val="FD422D"/>
                </a:solidFill>
                <a:latin typeface="Verdana"/>
                <a:cs typeface="Verdana"/>
              </a:rPr>
              <a:t>F</a:t>
            </a:r>
            <a:r>
              <a:rPr dirty="0" sz="6950" spc="-1070" b="1">
                <a:solidFill>
                  <a:srgbClr val="FD422D"/>
                </a:solidFill>
                <a:latin typeface="Verdana"/>
                <a:cs typeface="Verdana"/>
              </a:rPr>
              <a:t>I</a:t>
            </a:r>
            <a:r>
              <a:rPr dirty="0" sz="6950" spc="-815" b="1">
                <a:solidFill>
                  <a:srgbClr val="FD422D"/>
                </a:solidFill>
                <a:latin typeface="Verdana"/>
                <a:cs typeface="Verdana"/>
              </a:rPr>
              <a:t>C</a:t>
            </a:r>
            <a:r>
              <a:rPr dirty="0" sz="6950" spc="-830" b="1">
                <a:solidFill>
                  <a:srgbClr val="FD422D"/>
                </a:solidFill>
                <a:latin typeface="Verdana"/>
                <a:cs typeface="Verdana"/>
              </a:rPr>
              <a:t>A</a:t>
            </a:r>
            <a:r>
              <a:rPr dirty="0" sz="6950" spc="-760" b="1">
                <a:solidFill>
                  <a:srgbClr val="FD422D"/>
                </a:solidFill>
                <a:latin typeface="Verdana"/>
                <a:cs typeface="Verdana"/>
              </a:rPr>
              <a:t>D</a:t>
            </a:r>
            <a:r>
              <a:rPr dirty="0" sz="6950" spc="-795" b="1">
                <a:solidFill>
                  <a:srgbClr val="FD422D"/>
                </a:solidFill>
                <a:latin typeface="Verdana"/>
                <a:cs typeface="Verdana"/>
              </a:rPr>
              <a:t>O</a:t>
            </a:r>
            <a:r>
              <a:rPr dirty="0" sz="6950" spc="-465" b="1">
                <a:solidFill>
                  <a:srgbClr val="FD422D"/>
                </a:solidFill>
                <a:latin typeface="Verdana"/>
                <a:cs typeface="Verdana"/>
              </a:rPr>
              <a:t>S</a:t>
            </a:r>
            <a:endParaRPr sz="6950"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0267950" y="1789112"/>
            <a:ext cx="5877560" cy="79756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algn="ctr">
              <a:lnSpc>
                <a:spcPts val="3025"/>
              </a:lnSpc>
              <a:spcBef>
                <a:spcPts val="125"/>
              </a:spcBef>
            </a:pPr>
            <a:r>
              <a:rPr dirty="0" sz="2600" spc="-210"/>
              <a:t>FALTA</a:t>
            </a:r>
            <a:r>
              <a:rPr dirty="0" sz="2600" spc="-335"/>
              <a:t> </a:t>
            </a:r>
            <a:r>
              <a:rPr dirty="0" sz="2600" spc="-90"/>
              <a:t>DE</a:t>
            </a:r>
            <a:r>
              <a:rPr dirty="0" sz="2600" spc="-440"/>
              <a:t> </a:t>
            </a:r>
            <a:r>
              <a:rPr dirty="0" sz="2600" spc="-220"/>
              <a:t>MODULARIZAÇÃO</a:t>
            </a:r>
            <a:r>
              <a:rPr dirty="0" sz="2600" spc="-450"/>
              <a:t> </a:t>
            </a:r>
            <a:r>
              <a:rPr dirty="0" sz="2600" spc="-50"/>
              <a:t>E</a:t>
            </a:r>
            <a:endParaRPr sz="2600"/>
          </a:p>
          <a:p>
            <a:pPr algn="ctr">
              <a:lnSpc>
                <a:spcPts val="3025"/>
              </a:lnSpc>
            </a:pPr>
            <a:r>
              <a:rPr dirty="0" sz="2600" spc="-265"/>
              <a:t>RESPONSABILIDADES</a:t>
            </a:r>
            <a:r>
              <a:rPr dirty="0" sz="2600" spc="-430"/>
              <a:t> </a:t>
            </a:r>
            <a:r>
              <a:rPr dirty="0" sz="2600" spc="-300"/>
              <a:t>MISTURADAS.</a:t>
            </a:r>
            <a:endParaRPr sz="2600"/>
          </a:p>
        </p:txBody>
      </p:sp>
      <p:sp>
        <p:nvSpPr>
          <p:cNvPr id="8" name="object 8" descr=""/>
          <p:cNvSpPr/>
          <p:nvPr/>
        </p:nvSpPr>
        <p:spPr>
          <a:xfrm>
            <a:off x="1040891" y="1052322"/>
            <a:ext cx="1059815" cy="113030"/>
          </a:xfrm>
          <a:custGeom>
            <a:avLst/>
            <a:gdLst/>
            <a:ahLst/>
            <a:cxnLst/>
            <a:rect l="l" t="t" r="r" b="b"/>
            <a:pathLst>
              <a:path w="1059814" h="113030">
                <a:moveTo>
                  <a:pt x="51054" y="3048"/>
                </a:moveTo>
                <a:lnTo>
                  <a:pt x="0" y="3048"/>
                </a:lnTo>
                <a:lnTo>
                  <a:pt x="0" y="109727"/>
                </a:lnTo>
                <a:lnTo>
                  <a:pt x="13716" y="109727"/>
                </a:lnTo>
                <a:lnTo>
                  <a:pt x="13716" y="73151"/>
                </a:lnTo>
                <a:lnTo>
                  <a:pt x="51054" y="73151"/>
                </a:lnTo>
                <a:lnTo>
                  <a:pt x="56540" y="72262"/>
                </a:lnTo>
                <a:lnTo>
                  <a:pt x="66294" y="68706"/>
                </a:lnTo>
                <a:lnTo>
                  <a:pt x="70459" y="66294"/>
                </a:lnTo>
                <a:lnTo>
                  <a:pt x="77092" y="60198"/>
                </a:lnTo>
                <a:lnTo>
                  <a:pt x="13716" y="60198"/>
                </a:lnTo>
                <a:lnTo>
                  <a:pt x="13716" y="16001"/>
                </a:lnTo>
                <a:lnTo>
                  <a:pt x="77092" y="16001"/>
                </a:lnTo>
                <a:lnTo>
                  <a:pt x="70459" y="9905"/>
                </a:lnTo>
                <a:lnTo>
                  <a:pt x="66294" y="7493"/>
                </a:lnTo>
                <a:lnTo>
                  <a:pt x="56540" y="3936"/>
                </a:lnTo>
                <a:lnTo>
                  <a:pt x="51054" y="3048"/>
                </a:lnTo>
                <a:close/>
              </a:path>
              <a:path w="1059814" h="113030">
                <a:moveTo>
                  <a:pt x="77092" y="16001"/>
                </a:moveTo>
                <a:lnTo>
                  <a:pt x="53390" y="16001"/>
                </a:lnTo>
                <a:lnTo>
                  <a:pt x="59817" y="18033"/>
                </a:lnTo>
                <a:lnTo>
                  <a:pt x="64236" y="22225"/>
                </a:lnTo>
                <a:lnTo>
                  <a:pt x="68656" y="26288"/>
                </a:lnTo>
                <a:lnTo>
                  <a:pt x="70866" y="31623"/>
                </a:lnTo>
                <a:lnTo>
                  <a:pt x="70866" y="44576"/>
                </a:lnTo>
                <a:lnTo>
                  <a:pt x="68656" y="49910"/>
                </a:lnTo>
                <a:lnTo>
                  <a:pt x="64236" y="53975"/>
                </a:lnTo>
                <a:lnTo>
                  <a:pt x="59817" y="58166"/>
                </a:lnTo>
                <a:lnTo>
                  <a:pt x="53390" y="60198"/>
                </a:lnTo>
                <a:lnTo>
                  <a:pt x="77092" y="60198"/>
                </a:lnTo>
                <a:lnTo>
                  <a:pt x="77368" y="59944"/>
                </a:lnTo>
                <a:lnTo>
                  <a:pt x="80010" y="56260"/>
                </a:lnTo>
                <a:lnTo>
                  <a:pt x="81838" y="51943"/>
                </a:lnTo>
                <a:lnTo>
                  <a:pt x="83667" y="47751"/>
                </a:lnTo>
                <a:lnTo>
                  <a:pt x="84582" y="43052"/>
                </a:lnTo>
                <a:lnTo>
                  <a:pt x="84582" y="33147"/>
                </a:lnTo>
                <a:lnTo>
                  <a:pt x="83667" y="28448"/>
                </a:lnTo>
                <a:lnTo>
                  <a:pt x="81838" y="24256"/>
                </a:lnTo>
                <a:lnTo>
                  <a:pt x="80010" y="19938"/>
                </a:lnTo>
                <a:lnTo>
                  <a:pt x="77368" y="16255"/>
                </a:lnTo>
                <a:lnTo>
                  <a:pt x="77092" y="16001"/>
                </a:lnTo>
                <a:close/>
              </a:path>
              <a:path w="1059814" h="113030">
                <a:moveTo>
                  <a:pt x="166116" y="3048"/>
                </a:moveTo>
                <a:lnTo>
                  <a:pt x="114300" y="3048"/>
                </a:lnTo>
                <a:lnTo>
                  <a:pt x="114300" y="109727"/>
                </a:lnTo>
                <a:lnTo>
                  <a:pt x="128016" y="109727"/>
                </a:lnTo>
                <a:lnTo>
                  <a:pt x="128016" y="70103"/>
                </a:lnTo>
                <a:lnTo>
                  <a:pt x="171704" y="70103"/>
                </a:lnTo>
                <a:lnTo>
                  <a:pt x="170688" y="68579"/>
                </a:lnTo>
                <a:lnTo>
                  <a:pt x="179730" y="66675"/>
                </a:lnTo>
                <a:lnTo>
                  <a:pt x="186690" y="62864"/>
                </a:lnTo>
                <a:lnTo>
                  <a:pt x="191460" y="57150"/>
                </a:lnTo>
                <a:lnTo>
                  <a:pt x="128016" y="57150"/>
                </a:lnTo>
                <a:lnTo>
                  <a:pt x="128016" y="16001"/>
                </a:lnTo>
                <a:lnTo>
                  <a:pt x="192078" y="16001"/>
                </a:lnTo>
                <a:lnTo>
                  <a:pt x="191897" y="15748"/>
                </a:lnTo>
                <a:lnTo>
                  <a:pt x="171577" y="3936"/>
                </a:lnTo>
                <a:lnTo>
                  <a:pt x="166116" y="3048"/>
                </a:lnTo>
                <a:close/>
              </a:path>
              <a:path w="1059814" h="113030">
                <a:moveTo>
                  <a:pt x="171704" y="70103"/>
                </a:moveTo>
                <a:lnTo>
                  <a:pt x="156210" y="70103"/>
                </a:lnTo>
                <a:lnTo>
                  <a:pt x="182118" y="109727"/>
                </a:lnTo>
                <a:lnTo>
                  <a:pt x="198120" y="109727"/>
                </a:lnTo>
                <a:lnTo>
                  <a:pt x="171704" y="70103"/>
                </a:lnTo>
                <a:close/>
              </a:path>
              <a:path w="1059814" h="113030">
                <a:moveTo>
                  <a:pt x="192078" y="16001"/>
                </a:moveTo>
                <a:lnTo>
                  <a:pt x="168452" y="16001"/>
                </a:lnTo>
                <a:lnTo>
                  <a:pt x="174752" y="17906"/>
                </a:lnTo>
                <a:lnTo>
                  <a:pt x="183083" y="25526"/>
                </a:lnTo>
                <a:lnTo>
                  <a:pt x="185166" y="30479"/>
                </a:lnTo>
                <a:lnTo>
                  <a:pt x="185166" y="42672"/>
                </a:lnTo>
                <a:lnTo>
                  <a:pt x="183083" y="47625"/>
                </a:lnTo>
                <a:lnTo>
                  <a:pt x="174752" y="55245"/>
                </a:lnTo>
                <a:lnTo>
                  <a:pt x="168452" y="57150"/>
                </a:lnTo>
                <a:lnTo>
                  <a:pt x="191458" y="57150"/>
                </a:lnTo>
                <a:lnTo>
                  <a:pt x="196443" y="51307"/>
                </a:lnTo>
                <a:lnTo>
                  <a:pt x="198882" y="44450"/>
                </a:lnTo>
                <a:lnTo>
                  <a:pt x="198882" y="31750"/>
                </a:lnTo>
                <a:lnTo>
                  <a:pt x="197993" y="27431"/>
                </a:lnTo>
                <a:lnTo>
                  <a:pt x="194437" y="19303"/>
                </a:lnTo>
                <a:lnTo>
                  <a:pt x="192078" y="16001"/>
                </a:lnTo>
                <a:close/>
              </a:path>
              <a:path w="1059814" h="113030">
                <a:moveTo>
                  <a:pt x="296418" y="0"/>
                </a:moveTo>
                <a:lnTo>
                  <a:pt x="280416" y="0"/>
                </a:lnTo>
                <a:lnTo>
                  <a:pt x="272923" y="1397"/>
                </a:lnTo>
                <a:lnTo>
                  <a:pt x="239776" y="26924"/>
                </a:lnTo>
                <a:lnTo>
                  <a:pt x="232791" y="48132"/>
                </a:lnTo>
                <a:lnTo>
                  <a:pt x="232791" y="64643"/>
                </a:lnTo>
                <a:lnTo>
                  <a:pt x="253492" y="101853"/>
                </a:lnTo>
                <a:lnTo>
                  <a:pt x="280416" y="112775"/>
                </a:lnTo>
                <a:lnTo>
                  <a:pt x="296418" y="112775"/>
                </a:lnTo>
                <a:lnTo>
                  <a:pt x="303784" y="111378"/>
                </a:lnTo>
                <a:lnTo>
                  <a:pt x="317373" y="105791"/>
                </a:lnTo>
                <a:lnTo>
                  <a:pt x="323215" y="101853"/>
                </a:lnTo>
                <a:lnTo>
                  <a:pt x="325246" y="99822"/>
                </a:lnTo>
                <a:lnTo>
                  <a:pt x="282321" y="99822"/>
                </a:lnTo>
                <a:lnTo>
                  <a:pt x="276733" y="98805"/>
                </a:lnTo>
                <a:lnTo>
                  <a:pt x="271526" y="96647"/>
                </a:lnTo>
                <a:lnTo>
                  <a:pt x="266446" y="94614"/>
                </a:lnTo>
                <a:lnTo>
                  <a:pt x="262194" y="91821"/>
                </a:lnTo>
                <a:lnTo>
                  <a:pt x="254635" y="84074"/>
                </a:lnTo>
                <a:lnTo>
                  <a:pt x="251714" y="79501"/>
                </a:lnTo>
                <a:lnTo>
                  <a:pt x="249682" y="74168"/>
                </a:lnTo>
                <a:lnTo>
                  <a:pt x="247523" y="68833"/>
                </a:lnTo>
                <a:lnTo>
                  <a:pt x="246507" y="62864"/>
                </a:lnTo>
                <a:lnTo>
                  <a:pt x="246507" y="49910"/>
                </a:lnTo>
                <a:lnTo>
                  <a:pt x="247523" y="43942"/>
                </a:lnTo>
                <a:lnTo>
                  <a:pt x="249682" y="38607"/>
                </a:lnTo>
                <a:lnTo>
                  <a:pt x="251714" y="33274"/>
                </a:lnTo>
                <a:lnTo>
                  <a:pt x="254635" y="28701"/>
                </a:lnTo>
                <a:lnTo>
                  <a:pt x="262001" y="21081"/>
                </a:lnTo>
                <a:lnTo>
                  <a:pt x="266446" y="18160"/>
                </a:lnTo>
                <a:lnTo>
                  <a:pt x="271526" y="16128"/>
                </a:lnTo>
                <a:lnTo>
                  <a:pt x="276733" y="13970"/>
                </a:lnTo>
                <a:lnTo>
                  <a:pt x="282321" y="12953"/>
                </a:lnTo>
                <a:lnTo>
                  <a:pt x="325246" y="12953"/>
                </a:lnTo>
                <a:lnTo>
                  <a:pt x="323215" y="10922"/>
                </a:lnTo>
                <a:lnTo>
                  <a:pt x="317373" y="6984"/>
                </a:lnTo>
                <a:lnTo>
                  <a:pt x="303784" y="1397"/>
                </a:lnTo>
                <a:lnTo>
                  <a:pt x="296418" y="0"/>
                </a:lnTo>
                <a:close/>
              </a:path>
              <a:path w="1059814" h="113030">
                <a:moveTo>
                  <a:pt x="325246" y="12953"/>
                </a:moveTo>
                <a:lnTo>
                  <a:pt x="294513" y="12953"/>
                </a:lnTo>
                <a:lnTo>
                  <a:pt x="300101" y="13970"/>
                </a:lnTo>
                <a:lnTo>
                  <a:pt x="305308" y="16128"/>
                </a:lnTo>
                <a:lnTo>
                  <a:pt x="327152" y="38607"/>
                </a:lnTo>
                <a:lnTo>
                  <a:pt x="329311" y="43942"/>
                </a:lnTo>
                <a:lnTo>
                  <a:pt x="330327" y="49910"/>
                </a:lnTo>
                <a:lnTo>
                  <a:pt x="330327" y="62864"/>
                </a:lnTo>
                <a:lnTo>
                  <a:pt x="329311" y="68833"/>
                </a:lnTo>
                <a:lnTo>
                  <a:pt x="327152" y="74168"/>
                </a:lnTo>
                <a:lnTo>
                  <a:pt x="325120" y="79501"/>
                </a:lnTo>
                <a:lnTo>
                  <a:pt x="322199" y="84074"/>
                </a:lnTo>
                <a:lnTo>
                  <a:pt x="314639" y="91821"/>
                </a:lnTo>
                <a:lnTo>
                  <a:pt x="310388" y="94614"/>
                </a:lnTo>
                <a:lnTo>
                  <a:pt x="305308" y="96647"/>
                </a:lnTo>
                <a:lnTo>
                  <a:pt x="300101" y="98805"/>
                </a:lnTo>
                <a:lnTo>
                  <a:pt x="294513" y="99822"/>
                </a:lnTo>
                <a:lnTo>
                  <a:pt x="325246" y="99822"/>
                </a:lnTo>
                <a:lnTo>
                  <a:pt x="344043" y="64643"/>
                </a:lnTo>
                <a:lnTo>
                  <a:pt x="344043" y="48132"/>
                </a:lnTo>
                <a:lnTo>
                  <a:pt x="342646" y="40639"/>
                </a:lnTo>
                <a:lnTo>
                  <a:pt x="337058" y="26924"/>
                </a:lnTo>
                <a:lnTo>
                  <a:pt x="333204" y="21081"/>
                </a:lnTo>
                <a:lnTo>
                  <a:pt x="328168" y="15875"/>
                </a:lnTo>
                <a:lnTo>
                  <a:pt x="325246" y="12953"/>
                </a:lnTo>
                <a:close/>
              </a:path>
              <a:path w="1059814" h="113030">
                <a:moveTo>
                  <a:pt x="436880" y="3048"/>
                </a:moveTo>
                <a:lnTo>
                  <a:pt x="381000" y="3048"/>
                </a:lnTo>
                <a:lnTo>
                  <a:pt x="381000" y="109727"/>
                </a:lnTo>
                <a:lnTo>
                  <a:pt x="437134" y="109727"/>
                </a:lnTo>
                <a:lnTo>
                  <a:pt x="442468" y="108966"/>
                </a:lnTo>
                <a:lnTo>
                  <a:pt x="451612" y="105918"/>
                </a:lnTo>
                <a:lnTo>
                  <a:pt x="455422" y="103758"/>
                </a:lnTo>
                <a:lnTo>
                  <a:pt x="461645" y="98298"/>
                </a:lnTo>
                <a:lnTo>
                  <a:pt x="462742" y="96774"/>
                </a:lnTo>
                <a:lnTo>
                  <a:pt x="394716" y="96774"/>
                </a:lnTo>
                <a:lnTo>
                  <a:pt x="394716" y="60959"/>
                </a:lnTo>
                <a:lnTo>
                  <a:pt x="461175" y="60959"/>
                </a:lnTo>
                <a:lnTo>
                  <a:pt x="460375" y="60071"/>
                </a:lnTo>
                <a:lnTo>
                  <a:pt x="455041" y="56387"/>
                </a:lnTo>
                <a:lnTo>
                  <a:pt x="451739" y="54863"/>
                </a:lnTo>
                <a:lnTo>
                  <a:pt x="448056" y="54101"/>
                </a:lnTo>
                <a:lnTo>
                  <a:pt x="448056" y="53339"/>
                </a:lnTo>
                <a:lnTo>
                  <a:pt x="450850" y="52324"/>
                </a:lnTo>
                <a:lnTo>
                  <a:pt x="453390" y="50800"/>
                </a:lnTo>
                <a:lnTo>
                  <a:pt x="455676" y="48768"/>
                </a:lnTo>
                <a:lnTo>
                  <a:pt x="456492" y="48005"/>
                </a:lnTo>
                <a:lnTo>
                  <a:pt x="394716" y="48005"/>
                </a:lnTo>
                <a:lnTo>
                  <a:pt x="394716" y="16001"/>
                </a:lnTo>
                <a:lnTo>
                  <a:pt x="459259" y="16001"/>
                </a:lnTo>
                <a:lnTo>
                  <a:pt x="457581" y="13588"/>
                </a:lnTo>
                <a:lnTo>
                  <a:pt x="454787" y="11049"/>
                </a:lnTo>
                <a:lnTo>
                  <a:pt x="452120" y="8508"/>
                </a:lnTo>
                <a:lnTo>
                  <a:pt x="448818" y="6603"/>
                </a:lnTo>
                <a:lnTo>
                  <a:pt x="441198" y="3809"/>
                </a:lnTo>
                <a:lnTo>
                  <a:pt x="436880" y="3048"/>
                </a:lnTo>
                <a:close/>
              </a:path>
              <a:path w="1059814" h="113030">
                <a:moveTo>
                  <a:pt x="461175" y="60959"/>
                </a:moveTo>
                <a:lnTo>
                  <a:pt x="438912" y="60959"/>
                </a:lnTo>
                <a:lnTo>
                  <a:pt x="444627" y="62610"/>
                </a:lnTo>
                <a:lnTo>
                  <a:pt x="452247" y="69469"/>
                </a:lnTo>
                <a:lnTo>
                  <a:pt x="454152" y="73913"/>
                </a:lnTo>
                <a:lnTo>
                  <a:pt x="454152" y="84200"/>
                </a:lnTo>
                <a:lnTo>
                  <a:pt x="452247" y="88392"/>
                </a:lnTo>
                <a:lnTo>
                  <a:pt x="448437" y="91694"/>
                </a:lnTo>
                <a:lnTo>
                  <a:pt x="444627" y="95123"/>
                </a:lnTo>
                <a:lnTo>
                  <a:pt x="438912" y="96774"/>
                </a:lnTo>
                <a:lnTo>
                  <a:pt x="462742" y="96774"/>
                </a:lnTo>
                <a:lnTo>
                  <a:pt x="463931" y="95123"/>
                </a:lnTo>
                <a:lnTo>
                  <a:pt x="465455" y="91312"/>
                </a:lnTo>
                <a:lnTo>
                  <a:pt x="467106" y="87629"/>
                </a:lnTo>
                <a:lnTo>
                  <a:pt x="467748" y="84200"/>
                </a:lnTo>
                <a:lnTo>
                  <a:pt x="467868" y="73913"/>
                </a:lnTo>
                <a:lnTo>
                  <a:pt x="466881" y="69469"/>
                </a:lnTo>
                <a:lnTo>
                  <a:pt x="464693" y="66039"/>
                </a:lnTo>
                <a:lnTo>
                  <a:pt x="462661" y="62610"/>
                </a:lnTo>
                <a:lnTo>
                  <a:pt x="461175" y="60959"/>
                </a:lnTo>
                <a:close/>
              </a:path>
              <a:path w="1059814" h="113030">
                <a:moveTo>
                  <a:pt x="459259" y="16001"/>
                </a:moveTo>
                <a:lnTo>
                  <a:pt x="437134" y="16001"/>
                </a:lnTo>
                <a:lnTo>
                  <a:pt x="441579" y="17525"/>
                </a:lnTo>
                <a:lnTo>
                  <a:pt x="447929" y="23622"/>
                </a:lnTo>
                <a:lnTo>
                  <a:pt x="449580" y="27431"/>
                </a:lnTo>
                <a:lnTo>
                  <a:pt x="449580" y="36575"/>
                </a:lnTo>
                <a:lnTo>
                  <a:pt x="447929" y="40385"/>
                </a:lnTo>
                <a:lnTo>
                  <a:pt x="441579" y="46481"/>
                </a:lnTo>
                <a:lnTo>
                  <a:pt x="437134" y="48005"/>
                </a:lnTo>
                <a:lnTo>
                  <a:pt x="456492" y="48005"/>
                </a:lnTo>
                <a:lnTo>
                  <a:pt x="457581" y="46989"/>
                </a:lnTo>
                <a:lnTo>
                  <a:pt x="459359" y="44703"/>
                </a:lnTo>
                <a:lnTo>
                  <a:pt x="460883" y="41782"/>
                </a:lnTo>
                <a:lnTo>
                  <a:pt x="462534" y="38861"/>
                </a:lnTo>
                <a:lnTo>
                  <a:pt x="463296" y="35051"/>
                </a:lnTo>
                <a:lnTo>
                  <a:pt x="463296" y="26670"/>
                </a:lnTo>
                <a:lnTo>
                  <a:pt x="462642" y="23622"/>
                </a:lnTo>
                <a:lnTo>
                  <a:pt x="462534" y="23113"/>
                </a:lnTo>
                <a:lnTo>
                  <a:pt x="461137" y="19811"/>
                </a:lnTo>
                <a:lnTo>
                  <a:pt x="459613" y="16509"/>
                </a:lnTo>
                <a:lnTo>
                  <a:pt x="459259" y="16001"/>
                </a:lnTo>
                <a:close/>
              </a:path>
              <a:path w="1059814" h="113030">
                <a:moveTo>
                  <a:pt x="509016" y="3048"/>
                </a:moveTo>
                <a:lnTo>
                  <a:pt x="495300" y="3048"/>
                </a:lnTo>
                <a:lnTo>
                  <a:pt x="495300" y="109727"/>
                </a:lnTo>
                <a:lnTo>
                  <a:pt x="564642" y="109727"/>
                </a:lnTo>
                <a:lnTo>
                  <a:pt x="564642" y="96774"/>
                </a:lnTo>
                <a:lnTo>
                  <a:pt x="509016" y="96774"/>
                </a:lnTo>
                <a:lnTo>
                  <a:pt x="509016" y="3048"/>
                </a:lnTo>
                <a:close/>
              </a:path>
              <a:path w="1059814" h="113030">
                <a:moveTo>
                  <a:pt x="674751" y="3048"/>
                </a:moveTo>
                <a:lnTo>
                  <a:pt x="600075" y="3048"/>
                </a:lnTo>
                <a:lnTo>
                  <a:pt x="600075" y="109727"/>
                </a:lnTo>
                <a:lnTo>
                  <a:pt x="674751" y="109727"/>
                </a:lnTo>
                <a:lnTo>
                  <a:pt x="674751" y="96774"/>
                </a:lnTo>
                <a:lnTo>
                  <a:pt x="613791" y="96774"/>
                </a:lnTo>
                <a:lnTo>
                  <a:pt x="613791" y="62483"/>
                </a:lnTo>
                <a:lnTo>
                  <a:pt x="663321" y="62483"/>
                </a:lnTo>
                <a:lnTo>
                  <a:pt x="663321" y="49529"/>
                </a:lnTo>
                <a:lnTo>
                  <a:pt x="613791" y="49529"/>
                </a:lnTo>
                <a:lnTo>
                  <a:pt x="613791" y="16001"/>
                </a:lnTo>
                <a:lnTo>
                  <a:pt x="674751" y="16001"/>
                </a:lnTo>
                <a:lnTo>
                  <a:pt x="674751" y="3048"/>
                </a:lnTo>
                <a:close/>
              </a:path>
              <a:path w="1059814" h="113030">
                <a:moveTo>
                  <a:pt x="726947" y="3048"/>
                </a:moveTo>
                <a:lnTo>
                  <a:pt x="704850" y="3048"/>
                </a:lnTo>
                <a:lnTo>
                  <a:pt x="704850" y="109727"/>
                </a:lnTo>
                <a:lnTo>
                  <a:pt x="718566" y="109727"/>
                </a:lnTo>
                <a:lnTo>
                  <a:pt x="718439" y="16763"/>
                </a:lnTo>
                <a:lnTo>
                  <a:pt x="733348" y="16763"/>
                </a:lnTo>
                <a:lnTo>
                  <a:pt x="726947" y="3048"/>
                </a:lnTo>
                <a:close/>
              </a:path>
              <a:path w="1059814" h="113030">
                <a:moveTo>
                  <a:pt x="819912" y="16763"/>
                </a:moveTo>
                <a:lnTo>
                  <a:pt x="806322" y="16763"/>
                </a:lnTo>
                <a:lnTo>
                  <a:pt x="806196" y="109727"/>
                </a:lnTo>
                <a:lnTo>
                  <a:pt x="819912" y="109727"/>
                </a:lnTo>
                <a:lnTo>
                  <a:pt x="819912" y="16763"/>
                </a:lnTo>
                <a:close/>
              </a:path>
              <a:path w="1059814" h="113030">
                <a:moveTo>
                  <a:pt x="733348" y="16763"/>
                </a:moveTo>
                <a:lnTo>
                  <a:pt x="718693" y="16763"/>
                </a:lnTo>
                <a:lnTo>
                  <a:pt x="749808" y="83820"/>
                </a:lnTo>
                <a:lnTo>
                  <a:pt x="774954" y="83820"/>
                </a:lnTo>
                <a:lnTo>
                  <a:pt x="780611" y="71627"/>
                </a:lnTo>
                <a:lnTo>
                  <a:pt x="758952" y="71627"/>
                </a:lnTo>
                <a:lnTo>
                  <a:pt x="733348" y="16763"/>
                </a:lnTo>
                <a:close/>
              </a:path>
              <a:path w="1059814" h="113030">
                <a:moveTo>
                  <a:pt x="819912" y="3048"/>
                </a:moveTo>
                <a:lnTo>
                  <a:pt x="797814" y="3048"/>
                </a:lnTo>
                <a:lnTo>
                  <a:pt x="765810" y="71627"/>
                </a:lnTo>
                <a:lnTo>
                  <a:pt x="780611" y="71627"/>
                </a:lnTo>
                <a:lnTo>
                  <a:pt x="806069" y="16763"/>
                </a:lnTo>
                <a:lnTo>
                  <a:pt x="819912" y="16763"/>
                </a:lnTo>
                <a:lnTo>
                  <a:pt x="819912" y="3048"/>
                </a:lnTo>
                <a:close/>
              </a:path>
              <a:path w="1059814" h="113030">
                <a:moveTo>
                  <a:pt x="917447" y="3048"/>
                </a:moveTo>
                <a:lnTo>
                  <a:pt x="875538" y="3048"/>
                </a:lnTo>
                <a:lnTo>
                  <a:pt x="848106" y="109727"/>
                </a:lnTo>
                <a:lnTo>
                  <a:pt x="861822" y="109727"/>
                </a:lnTo>
                <a:lnTo>
                  <a:pt x="870204" y="78485"/>
                </a:lnTo>
                <a:lnTo>
                  <a:pt x="936846" y="78485"/>
                </a:lnTo>
                <a:lnTo>
                  <a:pt x="933515" y="65531"/>
                </a:lnTo>
                <a:lnTo>
                  <a:pt x="873252" y="65531"/>
                </a:lnTo>
                <a:lnTo>
                  <a:pt x="886206" y="16001"/>
                </a:lnTo>
                <a:lnTo>
                  <a:pt x="920779" y="16001"/>
                </a:lnTo>
                <a:lnTo>
                  <a:pt x="917447" y="3048"/>
                </a:lnTo>
                <a:close/>
              </a:path>
              <a:path w="1059814" h="113030">
                <a:moveTo>
                  <a:pt x="936846" y="78485"/>
                </a:moveTo>
                <a:lnTo>
                  <a:pt x="922782" y="78485"/>
                </a:lnTo>
                <a:lnTo>
                  <a:pt x="931164" y="109727"/>
                </a:lnTo>
                <a:lnTo>
                  <a:pt x="944880" y="109727"/>
                </a:lnTo>
                <a:lnTo>
                  <a:pt x="936846" y="78485"/>
                </a:lnTo>
                <a:close/>
              </a:path>
              <a:path w="1059814" h="113030">
                <a:moveTo>
                  <a:pt x="920779" y="16001"/>
                </a:moveTo>
                <a:lnTo>
                  <a:pt x="906780" y="16001"/>
                </a:lnTo>
                <a:lnTo>
                  <a:pt x="919734" y="65531"/>
                </a:lnTo>
                <a:lnTo>
                  <a:pt x="933515" y="65531"/>
                </a:lnTo>
                <a:lnTo>
                  <a:pt x="920779" y="16001"/>
                </a:lnTo>
                <a:close/>
              </a:path>
              <a:path w="1059814" h="113030">
                <a:moveTo>
                  <a:pt x="988695" y="79248"/>
                </a:moveTo>
                <a:lnTo>
                  <a:pt x="974979" y="79248"/>
                </a:lnTo>
                <a:lnTo>
                  <a:pt x="975918" y="83947"/>
                </a:lnTo>
                <a:lnTo>
                  <a:pt x="976306" y="85725"/>
                </a:lnTo>
                <a:lnTo>
                  <a:pt x="978789" y="91185"/>
                </a:lnTo>
                <a:lnTo>
                  <a:pt x="982561" y="96138"/>
                </a:lnTo>
                <a:lnTo>
                  <a:pt x="983996" y="98171"/>
                </a:lnTo>
                <a:lnTo>
                  <a:pt x="1014349" y="112775"/>
                </a:lnTo>
                <a:lnTo>
                  <a:pt x="1025652" y="112775"/>
                </a:lnTo>
                <a:lnTo>
                  <a:pt x="1053064" y="99822"/>
                </a:lnTo>
                <a:lnTo>
                  <a:pt x="1012697" y="99822"/>
                </a:lnTo>
                <a:lnTo>
                  <a:pt x="1007491" y="98805"/>
                </a:lnTo>
                <a:lnTo>
                  <a:pt x="1003427" y="96647"/>
                </a:lnTo>
                <a:lnTo>
                  <a:pt x="999490" y="94614"/>
                </a:lnTo>
                <a:lnTo>
                  <a:pt x="996441" y="92201"/>
                </a:lnTo>
                <a:lnTo>
                  <a:pt x="994156" y="89661"/>
                </a:lnTo>
                <a:lnTo>
                  <a:pt x="991489" y="86613"/>
                </a:lnTo>
                <a:lnTo>
                  <a:pt x="989710" y="83057"/>
                </a:lnTo>
                <a:lnTo>
                  <a:pt x="988695" y="79248"/>
                </a:lnTo>
                <a:close/>
              </a:path>
              <a:path w="1059814" h="113030">
                <a:moveTo>
                  <a:pt x="1022096" y="0"/>
                </a:moveTo>
                <a:lnTo>
                  <a:pt x="1011809" y="0"/>
                </a:lnTo>
                <a:lnTo>
                  <a:pt x="1006475" y="888"/>
                </a:lnTo>
                <a:lnTo>
                  <a:pt x="979551" y="35305"/>
                </a:lnTo>
                <a:lnTo>
                  <a:pt x="980440" y="39243"/>
                </a:lnTo>
                <a:lnTo>
                  <a:pt x="1000633" y="56514"/>
                </a:lnTo>
                <a:lnTo>
                  <a:pt x="1004570" y="58038"/>
                </a:lnTo>
                <a:lnTo>
                  <a:pt x="1008634" y="59435"/>
                </a:lnTo>
                <a:lnTo>
                  <a:pt x="1028827" y="65150"/>
                </a:lnTo>
                <a:lnTo>
                  <a:pt x="1032383" y="66421"/>
                </a:lnTo>
                <a:lnTo>
                  <a:pt x="1035431" y="67945"/>
                </a:lnTo>
                <a:lnTo>
                  <a:pt x="1038606" y="69469"/>
                </a:lnTo>
                <a:lnTo>
                  <a:pt x="1041146" y="71374"/>
                </a:lnTo>
                <a:lnTo>
                  <a:pt x="1043051" y="73405"/>
                </a:lnTo>
                <a:lnTo>
                  <a:pt x="1044956" y="75564"/>
                </a:lnTo>
                <a:lnTo>
                  <a:pt x="1045845" y="78231"/>
                </a:lnTo>
                <a:lnTo>
                  <a:pt x="1045845" y="83947"/>
                </a:lnTo>
                <a:lnTo>
                  <a:pt x="1045337" y="86359"/>
                </a:lnTo>
                <a:lnTo>
                  <a:pt x="1044194" y="88519"/>
                </a:lnTo>
                <a:lnTo>
                  <a:pt x="1043178" y="90804"/>
                </a:lnTo>
                <a:lnTo>
                  <a:pt x="1041527" y="92709"/>
                </a:lnTo>
                <a:lnTo>
                  <a:pt x="1039368" y="94360"/>
                </a:lnTo>
                <a:lnTo>
                  <a:pt x="1037209" y="96138"/>
                </a:lnTo>
                <a:lnTo>
                  <a:pt x="1034415" y="97408"/>
                </a:lnTo>
                <a:lnTo>
                  <a:pt x="1031113" y="98425"/>
                </a:lnTo>
                <a:lnTo>
                  <a:pt x="1027684" y="99313"/>
                </a:lnTo>
                <a:lnTo>
                  <a:pt x="1023747" y="99822"/>
                </a:lnTo>
                <a:lnTo>
                  <a:pt x="1053064" y="99822"/>
                </a:lnTo>
                <a:lnTo>
                  <a:pt x="1055013" y="97408"/>
                </a:lnTo>
                <a:lnTo>
                  <a:pt x="1055412" y="96647"/>
                </a:lnTo>
                <a:lnTo>
                  <a:pt x="1058672" y="89661"/>
                </a:lnTo>
                <a:lnTo>
                  <a:pt x="1059561" y="85725"/>
                </a:lnTo>
                <a:lnTo>
                  <a:pt x="1059561" y="75183"/>
                </a:lnTo>
                <a:lnTo>
                  <a:pt x="1026414" y="51180"/>
                </a:lnTo>
                <a:lnTo>
                  <a:pt x="1020699" y="49656"/>
                </a:lnTo>
                <a:lnTo>
                  <a:pt x="1015365" y="48132"/>
                </a:lnTo>
                <a:lnTo>
                  <a:pt x="1010412" y="46354"/>
                </a:lnTo>
                <a:lnTo>
                  <a:pt x="1005459" y="44703"/>
                </a:lnTo>
                <a:lnTo>
                  <a:pt x="1001395" y="42672"/>
                </a:lnTo>
                <a:lnTo>
                  <a:pt x="998093" y="40258"/>
                </a:lnTo>
                <a:lnTo>
                  <a:pt x="994918" y="37973"/>
                </a:lnTo>
                <a:lnTo>
                  <a:pt x="993266" y="34671"/>
                </a:lnTo>
                <a:lnTo>
                  <a:pt x="993266" y="28194"/>
                </a:lnTo>
                <a:lnTo>
                  <a:pt x="999490" y="18287"/>
                </a:lnTo>
                <a:lnTo>
                  <a:pt x="1001522" y="16636"/>
                </a:lnTo>
                <a:lnTo>
                  <a:pt x="1004062" y="15367"/>
                </a:lnTo>
                <a:lnTo>
                  <a:pt x="1007110" y="14350"/>
                </a:lnTo>
                <a:lnTo>
                  <a:pt x="1010158" y="13461"/>
                </a:lnTo>
                <a:lnTo>
                  <a:pt x="1012825" y="13080"/>
                </a:lnTo>
                <a:lnTo>
                  <a:pt x="1050417" y="13080"/>
                </a:lnTo>
                <a:lnTo>
                  <a:pt x="1048639" y="11302"/>
                </a:lnTo>
                <a:lnTo>
                  <a:pt x="1044447" y="7620"/>
                </a:lnTo>
                <a:lnTo>
                  <a:pt x="1042035" y="5969"/>
                </a:lnTo>
                <a:lnTo>
                  <a:pt x="1039241" y="4699"/>
                </a:lnTo>
                <a:lnTo>
                  <a:pt x="1036574" y="3301"/>
                </a:lnTo>
                <a:lnTo>
                  <a:pt x="1033399" y="2158"/>
                </a:lnTo>
                <a:lnTo>
                  <a:pt x="1026160" y="380"/>
                </a:lnTo>
                <a:lnTo>
                  <a:pt x="1022096" y="0"/>
                </a:lnTo>
                <a:close/>
              </a:path>
              <a:path w="1059814" h="113030">
                <a:moveTo>
                  <a:pt x="1050417" y="13080"/>
                </a:moveTo>
                <a:lnTo>
                  <a:pt x="1024182" y="13080"/>
                </a:lnTo>
                <a:lnTo>
                  <a:pt x="1028319" y="13843"/>
                </a:lnTo>
                <a:lnTo>
                  <a:pt x="1035431" y="17399"/>
                </a:lnTo>
                <a:lnTo>
                  <a:pt x="1045083" y="29718"/>
                </a:lnTo>
                <a:lnTo>
                  <a:pt x="1058799" y="29718"/>
                </a:lnTo>
                <a:lnTo>
                  <a:pt x="1057529" y="24256"/>
                </a:lnTo>
                <a:lnTo>
                  <a:pt x="1055116" y="19303"/>
                </a:lnTo>
                <a:lnTo>
                  <a:pt x="1051814" y="14985"/>
                </a:lnTo>
                <a:lnTo>
                  <a:pt x="1050417" y="130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9" name="object 9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20300" y="5943600"/>
            <a:ext cx="6343650" cy="1343025"/>
          </a:xfrm>
          <a:prstGeom prst="rect">
            <a:avLst/>
          </a:prstGeom>
        </p:spPr>
      </p:pic>
      <p:pic>
        <p:nvPicPr>
          <p:cNvPr id="10" name="object 10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020300" y="7419975"/>
            <a:ext cx="6343650" cy="1343025"/>
          </a:xfrm>
          <a:prstGeom prst="rect">
            <a:avLst/>
          </a:prstGeom>
        </p:spPr>
      </p:pic>
      <p:sp>
        <p:nvSpPr>
          <p:cNvPr id="11" name="object 11" descr=""/>
          <p:cNvSpPr txBox="1"/>
          <p:nvPr/>
        </p:nvSpPr>
        <p:spPr>
          <a:xfrm>
            <a:off x="10913744" y="3264217"/>
            <a:ext cx="4585335" cy="798195"/>
          </a:xfrm>
          <a:prstGeom prst="rect">
            <a:avLst/>
          </a:prstGeom>
        </p:spPr>
        <p:txBody>
          <a:bodyPr wrap="square" lIns="0" tIns="48260" rIns="0" bIns="0" rtlCol="0" vert="horz">
            <a:spAutoFit/>
          </a:bodyPr>
          <a:lstStyle/>
          <a:p>
            <a:pPr marL="96520" marR="5080" indent="-84455">
              <a:lnSpc>
                <a:spcPts val="2930"/>
              </a:lnSpc>
              <a:spcBef>
                <a:spcPts val="380"/>
              </a:spcBef>
            </a:pPr>
            <a:r>
              <a:rPr dirty="0" sz="2600" spc="-210" b="1">
                <a:solidFill>
                  <a:srgbClr val="FFFFFF"/>
                </a:solidFill>
                <a:latin typeface="Verdana"/>
                <a:cs typeface="Verdana"/>
              </a:rPr>
              <a:t>DUPLICAÇÃO</a:t>
            </a:r>
            <a:r>
              <a:rPr dirty="0" sz="2600" spc="-40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DE</a:t>
            </a:r>
            <a:r>
              <a:rPr dirty="0" sz="2600" spc="-46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165" b="1">
                <a:solidFill>
                  <a:srgbClr val="FFFFFF"/>
                </a:solidFill>
                <a:latin typeface="Verdana"/>
                <a:cs typeface="Verdana"/>
              </a:rPr>
              <a:t>CÁLCULOS </a:t>
            </a:r>
            <a:r>
              <a:rPr dirty="0" sz="2600" spc="-25" b="1">
                <a:solidFill>
                  <a:srgbClr val="FFFFFF"/>
                </a:solidFill>
                <a:latin typeface="Verdana"/>
                <a:cs typeface="Verdana"/>
              </a:rPr>
              <a:t>E</a:t>
            </a:r>
            <a:r>
              <a:rPr dirty="0" sz="2600" spc="-38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35" b="1">
                <a:solidFill>
                  <a:srgbClr val="FFFFFF"/>
                </a:solidFill>
                <a:latin typeface="Verdana"/>
                <a:cs typeface="Verdana"/>
              </a:rPr>
              <a:t>REGRAS</a:t>
            </a:r>
            <a:r>
              <a:rPr dirty="0" sz="2600" spc="-34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DE</a:t>
            </a:r>
            <a:r>
              <a:rPr dirty="0" sz="2600" spc="-46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140" b="1">
                <a:solidFill>
                  <a:srgbClr val="FFFFFF"/>
                </a:solidFill>
                <a:latin typeface="Verdana"/>
                <a:cs typeface="Verdana"/>
              </a:rPr>
              <a:t>CONVERSÃO.</a:t>
            </a:r>
            <a:endParaRPr sz="2600">
              <a:latin typeface="Verdana"/>
              <a:cs typeface="Verdana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10823320" y="4918773"/>
            <a:ext cx="4685030" cy="426084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600" spc="-254" b="1">
                <a:solidFill>
                  <a:srgbClr val="FFFFFF"/>
                </a:solidFill>
                <a:latin typeface="Verdana"/>
                <a:cs typeface="Verdana"/>
              </a:rPr>
              <a:t>AUSÊNCIA</a:t>
            </a:r>
            <a:r>
              <a:rPr dirty="0" sz="2600" spc="-43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40" b="1">
                <a:solidFill>
                  <a:srgbClr val="FFFFFF"/>
                </a:solidFill>
                <a:latin typeface="Verdana"/>
                <a:cs typeface="Verdana"/>
              </a:rPr>
              <a:t>TOTAL</a:t>
            </a:r>
            <a:r>
              <a:rPr dirty="0" sz="2600" spc="-32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DE</a:t>
            </a:r>
            <a:r>
              <a:rPr dirty="0" sz="2600" spc="-44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95" b="1">
                <a:solidFill>
                  <a:srgbClr val="FFFFFF"/>
                </a:solidFill>
                <a:latin typeface="Verdana"/>
                <a:cs typeface="Verdana"/>
              </a:rPr>
              <a:t>TESTES.</a:t>
            </a:r>
            <a:endParaRPr sz="2600">
              <a:latin typeface="Verdana"/>
              <a:cs typeface="Verdana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10893679" y="6211252"/>
            <a:ext cx="4629150" cy="797560"/>
          </a:xfrm>
          <a:prstGeom prst="rect">
            <a:avLst/>
          </a:prstGeom>
        </p:spPr>
        <p:txBody>
          <a:bodyPr wrap="square" lIns="0" tIns="48260" rIns="0" bIns="0" rtlCol="0" vert="horz">
            <a:spAutoFit/>
          </a:bodyPr>
          <a:lstStyle/>
          <a:p>
            <a:pPr marL="12700" marR="5080" indent="539750">
              <a:lnSpc>
                <a:spcPts val="2930"/>
              </a:lnSpc>
              <a:spcBef>
                <a:spcPts val="380"/>
              </a:spcBef>
            </a:pPr>
            <a:r>
              <a:rPr dirty="0" sz="2600" spc="-204" b="1">
                <a:solidFill>
                  <a:srgbClr val="FFFFFF"/>
                </a:solidFill>
                <a:latin typeface="Verdana"/>
                <a:cs typeface="Verdana"/>
              </a:rPr>
              <a:t>ALTO</a:t>
            </a:r>
            <a:r>
              <a:rPr dirty="0" sz="2600" spc="-45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75" b="1">
                <a:solidFill>
                  <a:srgbClr val="FFFFFF"/>
                </a:solidFill>
                <a:latin typeface="Verdana"/>
                <a:cs typeface="Verdana"/>
              </a:rPr>
              <a:t>ACOPLAMENTO </a:t>
            </a:r>
            <a:r>
              <a:rPr dirty="0" sz="2600" spc="-260" b="1">
                <a:solidFill>
                  <a:srgbClr val="FFFFFF"/>
                </a:solidFill>
                <a:latin typeface="Verdana"/>
                <a:cs typeface="Verdana"/>
              </a:rPr>
              <a:t>(TUDO</a:t>
            </a:r>
            <a:r>
              <a:rPr dirty="0" sz="2600" spc="-459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225" b="1">
                <a:solidFill>
                  <a:srgbClr val="FFFFFF"/>
                </a:solidFill>
                <a:latin typeface="Verdana"/>
                <a:cs typeface="Verdana"/>
              </a:rPr>
              <a:t>DEPENDIA</a:t>
            </a:r>
            <a:r>
              <a:rPr dirty="0" sz="2600" spc="-42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DE</a:t>
            </a:r>
            <a:r>
              <a:rPr dirty="0" sz="2600" spc="-36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310" b="1">
                <a:solidFill>
                  <a:srgbClr val="FFFFFF"/>
                </a:solidFill>
                <a:latin typeface="Verdana"/>
                <a:cs typeface="Verdana"/>
              </a:rPr>
              <a:t>TUDO).</a:t>
            </a:r>
            <a:endParaRPr sz="2600">
              <a:latin typeface="Verdana"/>
              <a:cs typeface="Verdana"/>
            </a:endParaRPr>
          </a:p>
        </p:txBody>
      </p:sp>
      <p:sp>
        <p:nvSpPr>
          <p:cNvPr id="14" name="object 14" descr=""/>
          <p:cNvSpPr txBox="1"/>
          <p:nvPr/>
        </p:nvSpPr>
        <p:spPr>
          <a:xfrm>
            <a:off x="11912981" y="7685468"/>
            <a:ext cx="2587625" cy="79756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algn="ctr">
              <a:lnSpc>
                <a:spcPts val="3025"/>
              </a:lnSpc>
              <a:spcBef>
                <a:spcPts val="125"/>
              </a:spcBef>
            </a:pPr>
            <a:r>
              <a:rPr dirty="0" sz="2600" spc="-240" b="1">
                <a:solidFill>
                  <a:srgbClr val="FFFFFF"/>
                </a:solidFill>
                <a:latin typeface="Verdana"/>
                <a:cs typeface="Verdana"/>
              </a:rPr>
              <a:t>CÓDIGO</a:t>
            </a:r>
            <a:r>
              <a:rPr dirty="0" sz="2600" spc="-38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405" b="1">
                <a:solidFill>
                  <a:srgbClr val="FFFFFF"/>
                </a:solidFill>
                <a:latin typeface="Verdana"/>
                <a:cs typeface="Verdana"/>
              </a:rPr>
              <a:t>DIFÍCIL</a:t>
            </a:r>
            <a:endParaRPr sz="2600">
              <a:latin typeface="Verdana"/>
              <a:cs typeface="Verdana"/>
            </a:endParaRPr>
          </a:p>
          <a:p>
            <a:pPr algn="ctr" marL="1270">
              <a:lnSpc>
                <a:spcPts val="3025"/>
              </a:lnSpc>
            </a:pP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DE</a:t>
            </a:r>
            <a:r>
              <a:rPr dirty="0" sz="2600" spc="-38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600" spc="-90" b="1">
                <a:solidFill>
                  <a:srgbClr val="FFFFFF"/>
                </a:solidFill>
                <a:latin typeface="Verdana"/>
                <a:cs typeface="Verdana"/>
              </a:rPr>
              <a:t>MANTER.</a:t>
            </a:r>
            <a:endParaRPr sz="2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3687826" y="5173916"/>
            <a:ext cx="3729990" cy="1374140"/>
          </a:xfrm>
          <a:prstGeom prst="rect">
            <a:avLst/>
          </a:prstGeom>
        </p:spPr>
        <p:txBody>
          <a:bodyPr wrap="square" lIns="0" tIns="59055" rIns="0" bIns="0" rtlCol="0" vert="horz">
            <a:spAutoFit/>
          </a:bodyPr>
          <a:lstStyle/>
          <a:p>
            <a:pPr algn="ctr" marL="12700" marR="5080" indent="1905">
              <a:lnSpc>
                <a:spcPct val="90400"/>
              </a:lnSpc>
              <a:spcBef>
                <a:spcPts val="465"/>
              </a:spcBef>
            </a:pPr>
            <a:r>
              <a:rPr dirty="0" sz="3150" spc="-290" b="1">
                <a:solidFill>
                  <a:srgbClr val="FFFFFF"/>
                </a:solidFill>
                <a:latin typeface="Verdana"/>
                <a:cs typeface="Verdana"/>
              </a:rPr>
              <a:t>Qualquer</a:t>
            </a:r>
            <a:r>
              <a:rPr dirty="0" sz="3150" spc="-50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3150" spc="-270" b="1">
                <a:solidFill>
                  <a:srgbClr val="FFFFFF"/>
                </a:solidFill>
                <a:latin typeface="Verdana"/>
                <a:cs typeface="Verdana"/>
              </a:rPr>
              <a:t>pequena </a:t>
            </a:r>
            <a:r>
              <a:rPr dirty="0" sz="3150" spc="-250" b="1">
                <a:solidFill>
                  <a:srgbClr val="FFFFFF"/>
                </a:solidFill>
                <a:latin typeface="Verdana"/>
                <a:cs typeface="Verdana"/>
              </a:rPr>
              <a:t>mudança</a:t>
            </a:r>
            <a:r>
              <a:rPr dirty="0" sz="3150" spc="-55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3150" spc="-315" b="1">
                <a:solidFill>
                  <a:srgbClr val="FFFFFF"/>
                </a:solidFill>
                <a:latin typeface="Verdana"/>
                <a:cs typeface="Verdana"/>
              </a:rPr>
              <a:t>quebrava </a:t>
            </a:r>
            <a:r>
              <a:rPr dirty="0" sz="3150" spc="-300" b="1">
                <a:solidFill>
                  <a:srgbClr val="FFFFFF"/>
                </a:solidFill>
                <a:latin typeface="Verdana"/>
                <a:cs typeface="Verdana"/>
              </a:rPr>
              <a:t>outra</a:t>
            </a:r>
            <a:r>
              <a:rPr dirty="0" sz="3150" spc="-52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3150" spc="-350" b="1">
                <a:solidFill>
                  <a:srgbClr val="FFFFFF"/>
                </a:solidFill>
                <a:latin typeface="Verdana"/>
                <a:cs typeface="Verdana"/>
              </a:rPr>
              <a:t>parte.</a:t>
            </a:r>
            <a:endParaRPr sz="3150">
              <a:latin typeface="Verdana"/>
              <a:cs typeface="Verdana"/>
            </a:endParaRPr>
          </a:p>
        </p:txBody>
      </p:sp>
      <p:sp>
        <p:nvSpPr>
          <p:cNvPr id="3" name="object 3" descr=""/>
          <p:cNvSpPr txBox="1"/>
          <p:nvPr/>
        </p:nvSpPr>
        <p:spPr>
          <a:xfrm>
            <a:off x="11612626" y="4964747"/>
            <a:ext cx="3025775" cy="1802764"/>
          </a:xfrm>
          <a:prstGeom prst="rect">
            <a:avLst/>
          </a:prstGeom>
        </p:spPr>
        <p:txBody>
          <a:bodyPr wrap="square" lIns="0" tIns="60960" rIns="0" bIns="0" rtlCol="0" vert="horz">
            <a:spAutoFit/>
          </a:bodyPr>
          <a:lstStyle/>
          <a:p>
            <a:pPr algn="ctr" marL="12065" marR="5080">
              <a:lnSpc>
                <a:spcPct val="90000"/>
              </a:lnSpc>
              <a:spcBef>
                <a:spcPts val="480"/>
              </a:spcBef>
            </a:pPr>
            <a:r>
              <a:rPr dirty="0" sz="3150" spc="-290" b="1">
                <a:solidFill>
                  <a:srgbClr val="FFFFFF"/>
                </a:solidFill>
                <a:latin typeface="Verdana"/>
                <a:cs typeface="Verdana"/>
              </a:rPr>
              <a:t>Adicionar</a:t>
            </a:r>
            <a:r>
              <a:rPr dirty="0" sz="3150" spc="-50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3150" spc="-355" b="1">
                <a:solidFill>
                  <a:srgbClr val="FFFFFF"/>
                </a:solidFill>
                <a:latin typeface="Verdana"/>
                <a:cs typeface="Verdana"/>
              </a:rPr>
              <a:t>novas </a:t>
            </a:r>
            <a:r>
              <a:rPr dirty="0" sz="3150" spc="-290" b="1">
                <a:solidFill>
                  <a:srgbClr val="FFFFFF"/>
                </a:solidFill>
                <a:latin typeface="Verdana"/>
                <a:cs typeface="Verdana"/>
              </a:rPr>
              <a:t>unidades</a:t>
            </a:r>
            <a:r>
              <a:rPr dirty="0" sz="3150" spc="-500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3150" spc="-345" b="1">
                <a:solidFill>
                  <a:srgbClr val="FFFFFF"/>
                </a:solidFill>
                <a:latin typeface="Verdana"/>
                <a:cs typeface="Verdana"/>
              </a:rPr>
              <a:t>era </a:t>
            </a:r>
            <a:r>
              <a:rPr dirty="0" sz="3150" spc="-300" b="1">
                <a:solidFill>
                  <a:srgbClr val="FFFFFF"/>
                </a:solidFill>
                <a:latin typeface="Verdana"/>
                <a:cs typeface="Verdana"/>
              </a:rPr>
              <a:t>praticamente </a:t>
            </a:r>
            <a:r>
              <a:rPr dirty="0" sz="3150" spc="-350" b="1">
                <a:solidFill>
                  <a:srgbClr val="FFFFFF"/>
                </a:solidFill>
                <a:latin typeface="Verdana"/>
                <a:cs typeface="Verdana"/>
              </a:rPr>
              <a:t>impossível.</a:t>
            </a:r>
            <a:endParaRPr sz="3150"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554098" rIns="0" bIns="0" rtlCol="0" vert="horz">
            <a:spAutoFit/>
          </a:bodyPr>
          <a:lstStyle/>
          <a:p>
            <a:pPr marL="4824095">
              <a:lnSpc>
                <a:spcPct val="100000"/>
              </a:lnSpc>
              <a:spcBef>
                <a:spcPts val="130"/>
              </a:spcBef>
            </a:pPr>
            <a:r>
              <a:rPr dirty="0" sz="6950" spc="-810"/>
              <a:t>I</a:t>
            </a:r>
            <a:r>
              <a:rPr dirty="0" sz="6950" spc="-530"/>
              <a:t>M</a:t>
            </a:r>
            <a:r>
              <a:rPr dirty="0" sz="6950" spc="-625"/>
              <a:t>P</a:t>
            </a:r>
            <a:r>
              <a:rPr dirty="0" sz="6950" spc="-570"/>
              <a:t>A</a:t>
            </a:r>
            <a:r>
              <a:rPr dirty="0" sz="6950" spc="-555"/>
              <a:t>C</a:t>
            </a:r>
            <a:r>
              <a:rPr dirty="0" sz="6950" spc="-615"/>
              <a:t>T</a:t>
            </a:r>
            <a:r>
              <a:rPr dirty="0" sz="6950" spc="-240"/>
              <a:t>O</a:t>
            </a:r>
            <a:r>
              <a:rPr dirty="0" sz="6950" spc="-1100"/>
              <a:t> </a:t>
            </a:r>
            <a:r>
              <a:rPr dirty="0" sz="6950" spc="-445">
                <a:solidFill>
                  <a:srgbClr val="FD422D"/>
                </a:solidFill>
              </a:rPr>
              <a:t>REAL</a:t>
            </a:r>
            <a:endParaRPr sz="6950"/>
          </a:p>
        </p:txBody>
      </p:sp>
      <p:sp>
        <p:nvSpPr>
          <p:cNvPr id="5" name="object 5" descr=""/>
          <p:cNvSpPr/>
          <p:nvPr/>
        </p:nvSpPr>
        <p:spPr>
          <a:xfrm>
            <a:off x="1040891" y="1052322"/>
            <a:ext cx="1298575" cy="113030"/>
          </a:xfrm>
          <a:custGeom>
            <a:avLst/>
            <a:gdLst/>
            <a:ahLst/>
            <a:cxnLst/>
            <a:rect l="l" t="t" r="r" b="b"/>
            <a:pathLst>
              <a:path w="1298575" h="113030">
                <a:moveTo>
                  <a:pt x="13716" y="3048"/>
                </a:moveTo>
                <a:lnTo>
                  <a:pt x="0" y="3048"/>
                </a:lnTo>
                <a:lnTo>
                  <a:pt x="0" y="109727"/>
                </a:lnTo>
                <a:lnTo>
                  <a:pt x="13716" y="109727"/>
                </a:lnTo>
                <a:lnTo>
                  <a:pt x="13716" y="3048"/>
                </a:lnTo>
                <a:close/>
              </a:path>
              <a:path w="1298575" h="113030">
                <a:moveTo>
                  <a:pt x="79248" y="3048"/>
                </a:moveTo>
                <a:lnTo>
                  <a:pt x="57150" y="3048"/>
                </a:lnTo>
                <a:lnTo>
                  <a:pt x="57150" y="109727"/>
                </a:lnTo>
                <a:lnTo>
                  <a:pt x="70866" y="109727"/>
                </a:lnTo>
                <a:lnTo>
                  <a:pt x="70866" y="18287"/>
                </a:lnTo>
                <a:lnTo>
                  <a:pt x="70713" y="16763"/>
                </a:lnTo>
                <a:lnTo>
                  <a:pt x="85648" y="16763"/>
                </a:lnTo>
                <a:lnTo>
                  <a:pt x="79248" y="3048"/>
                </a:lnTo>
                <a:close/>
              </a:path>
              <a:path w="1298575" h="113030">
                <a:moveTo>
                  <a:pt x="172212" y="16763"/>
                </a:moveTo>
                <a:lnTo>
                  <a:pt x="158648" y="16763"/>
                </a:lnTo>
                <a:lnTo>
                  <a:pt x="158496" y="18287"/>
                </a:lnTo>
                <a:lnTo>
                  <a:pt x="158496" y="109727"/>
                </a:lnTo>
                <a:lnTo>
                  <a:pt x="172212" y="109727"/>
                </a:lnTo>
                <a:lnTo>
                  <a:pt x="172212" y="16763"/>
                </a:lnTo>
                <a:close/>
              </a:path>
              <a:path w="1298575" h="113030">
                <a:moveTo>
                  <a:pt x="85648" y="16763"/>
                </a:moveTo>
                <a:lnTo>
                  <a:pt x="71018" y="16763"/>
                </a:lnTo>
                <a:lnTo>
                  <a:pt x="102108" y="83820"/>
                </a:lnTo>
                <a:lnTo>
                  <a:pt x="127254" y="83820"/>
                </a:lnTo>
                <a:lnTo>
                  <a:pt x="132906" y="71627"/>
                </a:lnTo>
                <a:lnTo>
                  <a:pt x="111252" y="71627"/>
                </a:lnTo>
                <a:lnTo>
                  <a:pt x="85648" y="16763"/>
                </a:lnTo>
                <a:close/>
              </a:path>
              <a:path w="1298575" h="113030">
                <a:moveTo>
                  <a:pt x="172212" y="3048"/>
                </a:moveTo>
                <a:lnTo>
                  <a:pt x="150114" y="3048"/>
                </a:lnTo>
                <a:lnTo>
                  <a:pt x="118110" y="71627"/>
                </a:lnTo>
                <a:lnTo>
                  <a:pt x="132906" y="71627"/>
                </a:lnTo>
                <a:lnTo>
                  <a:pt x="158343" y="16763"/>
                </a:lnTo>
                <a:lnTo>
                  <a:pt x="172212" y="16763"/>
                </a:lnTo>
                <a:lnTo>
                  <a:pt x="172212" y="3048"/>
                </a:lnTo>
                <a:close/>
              </a:path>
              <a:path w="1298575" h="113030">
                <a:moveTo>
                  <a:pt x="260604" y="3048"/>
                </a:moveTo>
                <a:lnTo>
                  <a:pt x="209550" y="3048"/>
                </a:lnTo>
                <a:lnTo>
                  <a:pt x="209550" y="109727"/>
                </a:lnTo>
                <a:lnTo>
                  <a:pt x="223266" y="109727"/>
                </a:lnTo>
                <a:lnTo>
                  <a:pt x="223266" y="73151"/>
                </a:lnTo>
                <a:lnTo>
                  <a:pt x="260604" y="73151"/>
                </a:lnTo>
                <a:lnTo>
                  <a:pt x="266065" y="72262"/>
                </a:lnTo>
                <a:lnTo>
                  <a:pt x="275844" y="68706"/>
                </a:lnTo>
                <a:lnTo>
                  <a:pt x="280035" y="66294"/>
                </a:lnTo>
                <a:lnTo>
                  <a:pt x="286618" y="60198"/>
                </a:lnTo>
                <a:lnTo>
                  <a:pt x="223266" y="60198"/>
                </a:lnTo>
                <a:lnTo>
                  <a:pt x="223266" y="16001"/>
                </a:lnTo>
                <a:lnTo>
                  <a:pt x="286618" y="16001"/>
                </a:lnTo>
                <a:lnTo>
                  <a:pt x="280035" y="9905"/>
                </a:lnTo>
                <a:lnTo>
                  <a:pt x="275844" y="7493"/>
                </a:lnTo>
                <a:lnTo>
                  <a:pt x="266065" y="3936"/>
                </a:lnTo>
                <a:lnTo>
                  <a:pt x="260604" y="3048"/>
                </a:lnTo>
                <a:close/>
              </a:path>
              <a:path w="1298575" h="113030">
                <a:moveTo>
                  <a:pt x="286618" y="16001"/>
                </a:moveTo>
                <a:lnTo>
                  <a:pt x="262890" y="16001"/>
                </a:lnTo>
                <a:lnTo>
                  <a:pt x="269367" y="18033"/>
                </a:lnTo>
                <a:lnTo>
                  <a:pt x="273812" y="22225"/>
                </a:lnTo>
                <a:lnTo>
                  <a:pt x="278257" y="26288"/>
                </a:lnTo>
                <a:lnTo>
                  <a:pt x="280416" y="31623"/>
                </a:lnTo>
                <a:lnTo>
                  <a:pt x="280416" y="44576"/>
                </a:lnTo>
                <a:lnTo>
                  <a:pt x="278257" y="49910"/>
                </a:lnTo>
                <a:lnTo>
                  <a:pt x="273812" y="53975"/>
                </a:lnTo>
                <a:lnTo>
                  <a:pt x="269367" y="58166"/>
                </a:lnTo>
                <a:lnTo>
                  <a:pt x="262890" y="60198"/>
                </a:lnTo>
                <a:lnTo>
                  <a:pt x="286618" y="60198"/>
                </a:lnTo>
                <a:lnTo>
                  <a:pt x="286893" y="59944"/>
                </a:lnTo>
                <a:lnTo>
                  <a:pt x="289560" y="56260"/>
                </a:lnTo>
                <a:lnTo>
                  <a:pt x="291338" y="51943"/>
                </a:lnTo>
                <a:lnTo>
                  <a:pt x="293243" y="47751"/>
                </a:lnTo>
                <a:lnTo>
                  <a:pt x="294132" y="43052"/>
                </a:lnTo>
                <a:lnTo>
                  <a:pt x="294132" y="33147"/>
                </a:lnTo>
                <a:lnTo>
                  <a:pt x="293243" y="28448"/>
                </a:lnTo>
                <a:lnTo>
                  <a:pt x="291338" y="24256"/>
                </a:lnTo>
                <a:lnTo>
                  <a:pt x="289560" y="19938"/>
                </a:lnTo>
                <a:lnTo>
                  <a:pt x="286893" y="16255"/>
                </a:lnTo>
                <a:lnTo>
                  <a:pt x="286618" y="16001"/>
                </a:lnTo>
                <a:close/>
              </a:path>
              <a:path w="1298575" h="113030">
                <a:moveTo>
                  <a:pt x="384048" y="3048"/>
                </a:moveTo>
                <a:lnTo>
                  <a:pt x="342138" y="3048"/>
                </a:lnTo>
                <a:lnTo>
                  <a:pt x="314706" y="109727"/>
                </a:lnTo>
                <a:lnTo>
                  <a:pt x="328422" y="109727"/>
                </a:lnTo>
                <a:lnTo>
                  <a:pt x="336804" y="78485"/>
                </a:lnTo>
                <a:lnTo>
                  <a:pt x="403446" y="78485"/>
                </a:lnTo>
                <a:lnTo>
                  <a:pt x="400115" y="65531"/>
                </a:lnTo>
                <a:lnTo>
                  <a:pt x="339852" y="65531"/>
                </a:lnTo>
                <a:lnTo>
                  <a:pt x="352806" y="16001"/>
                </a:lnTo>
                <a:lnTo>
                  <a:pt x="387379" y="16001"/>
                </a:lnTo>
                <a:lnTo>
                  <a:pt x="384048" y="3048"/>
                </a:lnTo>
                <a:close/>
              </a:path>
              <a:path w="1298575" h="113030">
                <a:moveTo>
                  <a:pt x="403446" y="78485"/>
                </a:moveTo>
                <a:lnTo>
                  <a:pt x="389382" y="78485"/>
                </a:lnTo>
                <a:lnTo>
                  <a:pt x="397764" y="109727"/>
                </a:lnTo>
                <a:lnTo>
                  <a:pt x="411480" y="109727"/>
                </a:lnTo>
                <a:lnTo>
                  <a:pt x="403446" y="78485"/>
                </a:lnTo>
                <a:close/>
              </a:path>
              <a:path w="1298575" h="113030">
                <a:moveTo>
                  <a:pt x="387379" y="16001"/>
                </a:moveTo>
                <a:lnTo>
                  <a:pt x="373380" y="16001"/>
                </a:lnTo>
                <a:lnTo>
                  <a:pt x="386334" y="65531"/>
                </a:lnTo>
                <a:lnTo>
                  <a:pt x="400115" y="65531"/>
                </a:lnTo>
                <a:lnTo>
                  <a:pt x="387379" y="16001"/>
                </a:lnTo>
                <a:close/>
              </a:path>
              <a:path w="1298575" h="113030">
                <a:moveTo>
                  <a:pt x="493776" y="0"/>
                </a:moveTo>
                <a:lnTo>
                  <a:pt x="480441" y="0"/>
                </a:lnTo>
                <a:lnTo>
                  <a:pt x="472948" y="1397"/>
                </a:lnTo>
                <a:lnTo>
                  <a:pt x="439801" y="26924"/>
                </a:lnTo>
                <a:lnTo>
                  <a:pt x="432816" y="48132"/>
                </a:lnTo>
                <a:lnTo>
                  <a:pt x="432816" y="64643"/>
                </a:lnTo>
                <a:lnTo>
                  <a:pt x="453517" y="101853"/>
                </a:lnTo>
                <a:lnTo>
                  <a:pt x="480441" y="112775"/>
                </a:lnTo>
                <a:lnTo>
                  <a:pt x="493776" y="112775"/>
                </a:lnTo>
                <a:lnTo>
                  <a:pt x="524001" y="99822"/>
                </a:lnTo>
                <a:lnTo>
                  <a:pt x="482346" y="99822"/>
                </a:lnTo>
                <a:lnTo>
                  <a:pt x="476758" y="98805"/>
                </a:lnTo>
                <a:lnTo>
                  <a:pt x="472163" y="96900"/>
                </a:lnTo>
                <a:lnTo>
                  <a:pt x="466471" y="94614"/>
                </a:lnTo>
                <a:lnTo>
                  <a:pt x="462219" y="91821"/>
                </a:lnTo>
                <a:lnTo>
                  <a:pt x="459693" y="89280"/>
                </a:lnTo>
                <a:lnTo>
                  <a:pt x="454660" y="84074"/>
                </a:lnTo>
                <a:lnTo>
                  <a:pt x="451739" y="79501"/>
                </a:lnTo>
                <a:lnTo>
                  <a:pt x="449707" y="74168"/>
                </a:lnTo>
                <a:lnTo>
                  <a:pt x="447548" y="68833"/>
                </a:lnTo>
                <a:lnTo>
                  <a:pt x="446532" y="62864"/>
                </a:lnTo>
                <a:lnTo>
                  <a:pt x="446532" y="49910"/>
                </a:lnTo>
                <a:lnTo>
                  <a:pt x="447548" y="43942"/>
                </a:lnTo>
                <a:lnTo>
                  <a:pt x="449604" y="38861"/>
                </a:lnTo>
                <a:lnTo>
                  <a:pt x="451739" y="33274"/>
                </a:lnTo>
                <a:lnTo>
                  <a:pt x="471551" y="16128"/>
                </a:lnTo>
                <a:lnTo>
                  <a:pt x="476451" y="14097"/>
                </a:lnTo>
                <a:lnTo>
                  <a:pt x="476059" y="14097"/>
                </a:lnTo>
                <a:lnTo>
                  <a:pt x="482346" y="12953"/>
                </a:lnTo>
                <a:lnTo>
                  <a:pt x="524830" y="12953"/>
                </a:lnTo>
                <a:lnTo>
                  <a:pt x="524129" y="12319"/>
                </a:lnTo>
                <a:lnTo>
                  <a:pt x="521462" y="10032"/>
                </a:lnTo>
                <a:lnTo>
                  <a:pt x="518414" y="7874"/>
                </a:lnTo>
                <a:lnTo>
                  <a:pt x="514858" y="6096"/>
                </a:lnTo>
                <a:lnTo>
                  <a:pt x="511429" y="4318"/>
                </a:lnTo>
                <a:lnTo>
                  <a:pt x="507492" y="2794"/>
                </a:lnTo>
                <a:lnTo>
                  <a:pt x="498729" y="507"/>
                </a:lnTo>
                <a:lnTo>
                  <a:pt x="493776" y="0"/>
                </a:lnTo>
                <a:close/>
              </a:path>
              <a:path w="1298575" h="113030">
                <a:moveTo>
                  <a:pt x="541782" y="71627"/>
                </a:moveTo>
                <a:lnTo>
                  <a:pt x="528066" y="71627"/>
                </a:lnTo>
                <a:lnTo>
                  <a:pt x="526161" y="76961"/>
                </a:lnTo>
                <a:lnTo>
                  <a:pt x="523494" y="81787"/>
                </a:lnTo>
                <a:lnTo>
                  <a:pt x="507873" y="95376"/>
                </a:lnTo>
                <a:lnTo>
                  <a:pt x="505102" y="96900"/>
                </a:lnTo>
                <a:lnTo>
                  <a:pt x="504967" y="96900"/>
                </a:lnTo>
                <a:lnTo>
                  <a:pt x="502412" y="97789"/>
                </a:lnTo>
                <a:lnTo>
                  <a:pt x="499110" y="98551"/>
                </a:lnTo>
                <a:lnTo>
                  <a:pt x="495808" y="99441"/>
                </a:lnTo>
                <a:lnTo>
                  <a:pt x="492252" y="99822"/>
                </a:lnTo>
                <a:lnTo>
                  <a:pt x="524001" y="99822"/>
                </a:lnTo>
                <a:lnTo>
                  <a:pt x="526669" y="97408"/>
                </a:lnTo>
                <a:lnTo>
                  <a:pt x="529082" y="94869"/>
                </a:lnTo>
                <a:lnTo>
                  <a:pt x="531114" y="92201"/>
                </a:lnTo>
                <a:lnTo>
                  <a:pt x="535813" y="86232"/>
                </a:lnTo>
                <a:lnTo>
                  <a:pt x="539303" y="79501"/>
                </a:lnTo>
                <a:lnTo>
                  <a:pt x="540120" y="76961"/>
                </a:lnTo>
                <a:lnTo>
                  <a:pt x="541782" y="71627"/>
                </a:lnTo>
                <a:close/>
              </a:path>
              <a:path w="1298575" h="113030">
                <a:moveTo>
                  <a:pt x="524830" y="12953"/>
                </a:moveTo>
                <a:lnTo>
                  <a:pt x="492252" y="12953"/>
                </a:lnTo>
                <a:lnTo>
                  <a:pt x="495681" y="13334"/>
                </a:lnTo>
                <a:lnTo>
                  <a:pt x="501904" y="14858"/>
                </a:lnTo>
                <a:lnTo>
                  <a:pt x="527203" y="38607"/>
                </a:lnTo>
                <a:lnTo>
                  <a:pt x="527304" y="38861"/>
                </a:lnTo>
                <a:lnTo>
                  <a:pt x="541020" y="38861"/>
                </a:lnTo>
                <a:lnTo>
                  <a:pt x="538861" y="31623"/>
                </a:lnTo>
                <a:lnTo>
                  <a:pt x="535559" y="25146"/>
                </a:lnTo>
                <a:lnTo>
                  <a:pt x="531090" y="19684"/>
                </a:lnTo>
                <a:lnTo>
                  <a:pt x="529082" y="17018"/>
                </a:lnTo>
                <a:lnTo>
                  <a:pt x="526922" y="14858"/>
                </a:lnTo>
                <a:lnTo>
                  <a:pt x="524830" y="12953"/>
                </a:lnTo>
                <a:close/>
              </a:path>
              <a:path w="1298575" h="113030">
                <a:moveTo>
                  <a:pt x="611124" y="16001"/>
                </a:moveTo>
                <a:lnTo>
                  <a:pt x="597408" y="16001"/>
                </a:lnTo>
                <a:lnTo>
                  <a:pt x="597408" y="109727"/>
                </a:lnTo>
                <a:lnTo>
                  <a:pt x="611124" y="109727"/>
                </a:lnTo>
                <a:lnTo>
                  <a:pt x="611124" y="16001"/>
                </a:lnTo>
                <a:close/>
              </a:path>
              <a:path w="1298575" h="113030">
                <a:moveTo>
                  <a:pt x="647700" y="3048"/>
                </a:moveTo>
                <a:lnTo>
                  <a:pt x="560832" y="3048"/>
                </a:lnTo>
                <a:lnTo>
                  <a:pt x="560832" y="16001"/>
                </a:lnTo>
                <a:lnTo>
                  <a:pt x="647700" y="16001"/>
                </a:lnTo>
                <a:lnTo>
                  <a:pt x="647700" y="3048"/>
                </a:lnTo>
                <a:close/>
              </a:path>
              <a:path w="1298575" h="113030">
                <a:moveTo>
                  <a:pt x="734568" y="0"/>
                </a:moveTo>
                <a:lnTo>
                  <a:pt x="718566" y="0"/>
                </a:lnTo>
                <a:lnTo>
                  <a:pt x="711072" y="1397"/>
                </a:lnTo>
                <a:lnTo>
                  <a:pt x="677926" y="26924"/>
                </a:lnTo>
                <a:lnTo>
                  <a:pt x="670941" y="48132"/>
                </a:lnTo>
                <a:lnTo>
                  <a:pt x="670941" y="64643"/>
                </a:lnTo>
                <a:lnTo>
                  <a:pt x="691641" y="101853"/>
                </a:lnTo>
                <a:lnTo>
                  <a:pt x="718566" y="112775"/>
                </a:lnTo>
                <a:lnTo>
                  <a:pt x="734568" y="112775"/>
                </a:lnTo>
                <a:lnTo>
                  <a:pt x="741934" y="111378"/>
                </a:lnTo>
                <a:lnTo>
                  <a:pt x="755522" y="105791"/>
                </a:lnTo>
                <a:lnTo>
                  <a:pt x="761365" y="101853"/>
                </a:lnTo>
                <a:lnTo>
                  <a:pt x="763396" y="99822"/>
                </a:lnTo>
                <a:lnTo>
                  <a:pt x="720471" y="99822"/>
                </a:lnTo>
                <a:lnTo>
                  <a:pt x="714883" y="98805"/>
                </a:lnTo>
                <a:lnTo>
                  <a:pt x="709676" y="96647"/>
                </a:lnTo>
                <a:lnTo>
                  <a:pt x="704596" y="94614"/>
                </a:lnTo>
                <a:lnTo>
                  <a:pt x="700344" y="91821"/>
                </a:lnTo>
                <a:lnTo>
                  <a:pt x="692785" y="84074"/>
                </a:lnTo>
                <a:lnTo>
                  <a:pt x="689864" y="79501"/>
                </a:lnTo>
                <a:lnTo>
                  <a:pt x="687832" y="74168"/>
                </a:lnTo>
                <a:lnTo>
                  <a:pt x="685672" y="68833"/>
                </a:lnTo>
                <a:lnTo>
                  <a:pt x="684657" y="62864"/>
                </a:lnTo>
                <a:lnTo>
                  <a:pt x="684657" y="49910"/>
                </a:lnTo>
                <a:lnTo>
                  <a:pt x="685672" y="43942"/>
                </a:lnTo>
                <a:lnTo>
                  <a:pt x="687832" y="38607"/>
                </a:lnTo>
                <a:lnTo>
                  <a:pt x="689864" y="33274"/>
                </a:lnTo>
                <a:lnTo>
                  <a:pt x="692785" y="28701"/>
                </a:lnTo>
                <a:lnTo>
                  <a:pt x="700151" y="21081"/>
                </a:lnTo>
                <a:lnTo>
                  <a:pt x="704596" y="18160"/>
                </a:lnTo>
                <a:lnTo>
                  <a:pt x="709676" y="16128"/>
                </a:lnTo>
                <a:lnTo>
                  <a:pt x="714883" y="13970"/>
                </a:lnTo>
                <a:lnTo>
                  <a:pt x="720471" y="12953"/>
                </a:lnTo>
                <a:lnTo>
                  <a:pt x="763396" y="12953"/>
                </a:lnTo>
                <a:lnTo>
                  <a:pt x="761365" y="10922"/>
                </a:lnTo>
                <a:lnTo>
                  <a:pt x="755522" y="6984"/>
                </a:lnTo>
                <a:lnTo>
                  <a:pt x="741934" y="1397"/>
                </a:lnTo>
                <a:lnTo>
                  <a:pt x="734568" y="0"/>
                </a:lnTo>
                <a:close/>
              </a:path>
              <a:path w="1298575" h="113030">
                <a:moveTo>
                  <a:pt x="763396" y="12953"/>
                </a:moveTo>
                <a:lnTo>
                  <a:pt x="732663" y="12953"/>
                </a:lnTo>
                <a:lnTo>
                  <a:pt x="738251" y="13970"/>
                </a:lnTo>
                <a:lnTo>
                  <a:pt x="743458" y="16128"/>
                </a:lnTo>
                <a:lnTo>
                  <a:pt x="765302" y="38607"/>
                </a:lnTo>
                <a:lnTo>
                  <a:pt x="767460" y="43942"/>
                </a:lnTo>
                <a:lnTo>
                  <a:pt x="768477" y="49910"/>
                </a:lnTo>
                <a:lnTo>
                  <a:pt x="768477" y="62864"/>
                </a:lnTo>
                <a:lnTo>
                  <a:pt x="767460" y="68833"/>
                </a:lnTo>
                <a:lnTo>
                  <a:pt x="765302" y="74168"/>
                </a:lnTo>
                <a:lnTo>
                  <a:pt x="763270" y="79501"/>
                </a:lnTo>
                <a:lnTo>
                  <a:pt x="760349" y="84074"/>
                </a:lnTo>
                <a:lnTo>
                  <a:pt x="752789" y="91821"/>
                </a:lnTo>
                <a:lnTo>
                  <a:pt x="748538" y="94614"/>
                </a:lnTo>
                <a:lnTo>
                  <a:pt x="743458" y="96647"/>
                </a:lnTo>
                <a:lnTo>
                  <a:pt x="738251" y="98805"/>
                </a:lnTo>
                <a:lnTo>
                  <a:pt x="732663" y="99822"/>
                </a:lnTo>
                <a:lnTo>
                  <a:pt x="763396" y="99822"/>
                </a:lnTo>
                <a:lnTo>
                  <a:pt x="782193" y="64643"/>
                </a:lnTo>
                <a:lnTo>
                  <a:pt x="782193" y="48132"/>
                </a:lnTo>
                <a:lnTo>
                  <a:pt x="780796" y="40639"/>
                </a:lnTo>
                <a:lnTo>
                  <a:pt x="775208" y="26924"/>
                </a:lnTo>
                <a:lnTo>
                  <a:pt x="771354" y="21081"/>
                </a:lnTo>
                <a:lnTo>
                  <a:pt x="766318" y="15875"/>
                </a:lnTo>
                <a:lnTo>
                  <a:pt x="763396" y="12953"/>
                </a:lnTo>
                <a:close/>
              </a:path>
              <a:path w="1298575" h="113030">
                <a:moveTo>
                  <a:pt x="928116" y="3048"/>
                </a:moveTo>
                <a:lnTo>
                  <a:pt x="876300" y="3048"/>
                </a:lnTo>
                <a:lnTo>
                  <a:pt x="876300" y="109727"/>
                </a:lnTo>
                <a:lnTo>
                  <a:pt x="890016" y="109727"/>
                </a:lnTo>
                <a:lnTo>
                  <a:pt x="890016" y="70103"/>
                </a:lnTo>
                <a:lnTo>
                  <a:pt x="933704" y="70103"/>
                </a:lnTo>
                <a:lnTo>
                  <a:pt x="932688" y="68579"/>
                </a:lnTo>
                <a:lnTo>
                  <a:pt x="941705" y="66675"/>
                </a:lnTo>
                <a:lnTo>
                  <a:pt x="948690" y="62864"/>
                </a:lnTo>
                <a:lnTo>
                  <a:pt x="953411" y="57150"/>
                </a:lnTo>
                <a:lnTo>
                  <a:pt x="890016" y="57150"/>
                </a:lnTo>
                <a:lnTo>
                  <a:pt x="890016" y="16001"/>
                </a:lnTo>
                <a:lnTo>
                  <a:pt x="954078" y="16001"/>
                </a:lnTo>
                <a:lnTo>
                  <a:pt x="953897" y="15748"/>
                </a:lnTo>
                <a:lnTo>
                  <a:pt x="933577" y="3936"/>
                </a:lnTo>
                <a:lnTo>
                  <a:pt x="928116" y="3048"/>
                </a:lnTo>
                <a:close/>
              </a:path>
              <a:path w="1298575" h="113030">
                <a:moveTo>
                  <a:pt x="933704" y="70103"/>
                </a:moveTo>
                <a:lnTo>
                  <a:pt x="918210" y="70103"/>
                </a:lnTo>
                <a:lnTo>
                  <a:pt x="944118" y="109727"/>
                </a:lnTo>
                <a:lnTo>
                  <a:pt x="960120" y="109727"/>
                </a:lnTo>
                <a:lnTo>
                  <a:pt x="933704" y="70103"/>
                </a:lnTo>
                <a:close/>
              </a:path>
              <a:path w="1298575" h="113030">
                <a:moveTo>
                  <a:pt x="954078" y="16001"/>
                </a:moveTo>
                <a:lnTo>
                  <a:pt x="930402" y="16001"/>
                </a:lnTo>
                <a:lnTo>
                  <a:pt x="936752" y="17906"/>
                </a:lnTo>
                <a:lnTo>
                  <a:pt x="945134" y="25526"/>
                </a:lnTo>
                <a:lnTo>
                  <a:pt x="947166" y="30479"/>
                </a:lnTo>
                <a:lnTo>
                  <a:pt x="947166" y="42672"/>
                </a:lnTo>
                <a:lnTo>
                  <a:pt x="945134" y="47625"/>
                </a:lnTo>
                <a:lnTo>
                  <a:pt x="936752" y="55245"/>
                </a:lnTo>
                <a:lnTo>
                  <a:pt x="930402" y="57150"/>
                </a:lnTo>
                <a:lnTo>
                  <a:pt x="953405" y="57150"/>
                </a:lnTo>
                <a:lnTo>
                  <a:pt x="958469" y="51307"/>
                </a:lnTo>
                <a:lnTo>
                  <a:pt x="960882" y="44450"/>
                </a:lnTo>
                <a:lnTo>
                  <a:pt x="960882" y="31750"/>
                </a:lnTo>
                <a:lnTo>
                  <a:pt x="959993" y="27431"/>
                </a:lnTo>
                <a:lnTo>
                  <a:pt x="956437" y="19303"/>
                </a:lnTo>
                <a:lnTo>
                  <a:pt x="954078" y="16001"/>
                </a:lnTo>
                <a:close/>
              </a:path>
              <a:path w="1298575" h="113030">
                <a:moveTo>
                  <a:pt x="1074801" y="3048"/>
                </a:moveTo>
                <a:lnTo>
                  <a:pt x="1000125" y="3048"/>
                </a:lnTo>
                <a:lnTo>
                  <a:pt x="1000125" y="109727"/>
                </a:lnTo>
                <a:lnTo>
                  <a:pt x="1074801" y="109727"/>
                </a:lnTo>
                <a:lnTo>
                  <a:pt x="1074801" y="96774"/>
                </a:lnTo>
                <a:lnTo>
                  <a:pt x="1013841" y="96774"/>
                </a:lnTo>
                <a:lnTo>
                  <a:pt x="1013841" y="62483"/>
                </a:lnTo>
                <a:lnTo>
                  <a:pt x="1063371" y="62483"/>
                </a:lnTo>
                <a:lnTo>
                  <a:pt x="1063371" y="49529"/>
                </a:lnTo>
                <a:lnTo>
                  <a:pt x="1013841" y="49529"/>
                </a:lnTo>
                <a:lnTo>
                  <a:pt x="1013841" y="16001"/>
                </a:lnTo>
                <a:lnTo>
                  <a:pt x="1074801" y="16001"/>
                </a:lnTo>
                <a:lnTo>
                  <a:pt x="1074801" y="3048"/>
                </a:lnTo>
                <a:close/>
              </a:path>
              <a:path w="1298575" h="113030">
                <a:moveTo>
                  <a:pt x="1165098" y="3048"/>
                </a:moveTo>
                <a:lnTo>
                  <a:pt x="1123188" y="3048"/>
                </a:lnTo>
                <a:lnTo>
                  <a:pt x="1095756" y="109727"/>
                </a:lnTo>
                <a:lnTo>
                  <a:pt x="1109472" y="109727"/>
                </a:lnTo>
                <a:lnTo>
                  <a:pt x="1117854" y="78485"/>
                </a:lnTo>
                <a:lnTo>
                  <a:pt x="1184496" y="78485"/>
                </a:lnTo>
                <a:lnTo>
                  <a:pt x="1181165" y="65531"/>
                </a:lnTo>
                <a:lnTo>
                  <a:pt x="1120902" y="65531"/>
                </a:lnTo>
                <a:lnTo>
                  <a:pt x="1133856" y="16001"/>
                </a:lnTo>
                <a:lnTo>
                  <a:pt x="1168429" y="16001"/>
                </a:lnTo>
                <a:lnTo>
                  <a:pt x="1165098" y="3048"/>
                </a:lnTo>
                <a:close/>
              </a:path>
              <a:path w="1298575" h="113030">
                <a:moveTo>
                  <a:pt x="1184496" y="78485"/>
                </a:moveTo>
                <a:lnTo>
                  <a:pt x="1170432" y="78485"/>
                </a:lnTo>
                <a:lnTo>
                  <a:pt x="1178814" y="109727"/>
                </a:lnTo>
                <a:lnTo>
                  <a:pt x="1192530" y="109727"/>
                </a:lnTo>
                <a:lnTo>
                  <a:pt x="1184496" y="78485"/>
                </a:lnTo>
                <a:close/>
              </a:path>
              <a:path w="1298575" h="113030">
                <a:moveTo>
                  <a:pt x="1168429" y="16001"/>
                </a:moveTo>
                <a:lnTo>
                  <a:pt x="1154430" y="16001"/>
                </a:lnTo>
                <a:lnTo>
                  <a:pt x="1167384" y="65531"/>
                </a:lnTo>
                <a:lnTo>
                  <a:pt x="1181165" y="65531"/>
                </a:lnTo>
                <a:lnTo>
                  <a:pt x="1168429" y="16001"/>
                </a:lnTo>
                <a:close/>
              </a:path>
              <a:path w="1298575" h="113030">
                <a:moveTo>
                  <a:pt x="1242441" y="3048"/>
                </a:moveTo>
                <a:lnTo>
                  <a:pt x="1228725" y="3048"/>
                </a:lnTo>
                <a:lnTo>
                  <a:pt x="1228725" y="109727"/>
                </a:lnTo>
                <a:lnTo>
                  <a:pt x="1298067" y="109727"/>
                </a:lnTo>
                <a:lnTo>
                  <a:pt x="1298067" y="96774"/>
                </a:lnTo>
                <a:lnTo>
                  <a:pt x="1242441" y="96774"/>
                </a:lnTo>
                <a:lnTo>
                  <a:pt x="1242441" y="3048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/>
          <p:nvPr/>
        </p:nvSpPr>
        <p:spPr>
          <a:xfrm>
            <a:off x="2590800" y="3038475"/>
            <a:ext cx="6248400" cy="1381125"/>
          </a:xfrm>
          <a:custGeom>
            <a:avLst/>
            <a:gdLst/>
            <a:ahLst/>
            <a:cxnLst/>
            <a:rect l="l" t="t" r="r" b="b"/>
            <a:pathLst>
              <a:path w="6248400" h="1381125">
                <a:moveTo>
                  <a:pt x="6248400" y="0"/>
                </a:moveTo>
                <a:lnTo>
                  <a:pt x="0" y="0"/>
                </a:lnTo>
                <a:lnTo>
                  <a:pt x="0" y="1381125"/>
                </a:lnTo>
                <a:lnTo>
                  <a:pt x="6248400" y="1381125"/>
                </a:lnTo>
                <a:lnTo>
                  <a:pt x="6248400" y="0"/>
                </a:lnTo>
                <a:close/>
              </a:path>
            </a:pathLst>
          </a:custGeom>
          <a:solidFill>
            <a:srgbClr val="FFFFFF">
              <a:alpha val="6666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" name="object 3" descr=""/>
          <p:cNvGrpSpPr/>
          <p:nvPr/>
        </p:nvGrpSpPr>
        <p:grpSpPr>
          <a:xfrm>
            <a:off x="2590800" y="4419600"/>
            <a:ext cx="6248400" cy="4162425"/>
            <a:chOff x="2590800" y="4419600"/>
            <a:chExt cx="6248400" cy="4162425"/>
          </a:xfrm>
        </p:grpSpPr>
        <p:sp>
          <p:nvSpPr>
            <p:cNvPr id="4" name="object 4" descr=""/>
            <p:cNvSpPr/>
            <p:nvPr/>
          </p:nvSpPr>
          <p:spPr>
            <a:xfrm>
              <a:off x="2590800" y="5800725"/>
              <a:ext cx="6248400" cy="1381125"/>
            </a:xfrm>
            <a:custGeom>
              <a:avLst/>
              <a:gdLst/>
              <a:ahLst/>
              <a:cxnLst/>
              <a:rect l="l" t="t" r="r" b="b"/>
              <a:pathLst>
                <a:path w="6248400" h="1381125">
                  <a:moveTo>
                    <a:pt x="6248400" y="0"/>
                  </a:moveTo>
                  <a:lnTo>
                    <a:pt x="0" y="0"/>
                  </a:lnTo>
                  <a:lnTo>
                    <a:pt x="0" y="1381125"/>
                  </a:lnTo>
                  <a:lnTo>
                    <a:pt x="6248400" y="1381125"/>
                  </a:lnTo>
                  <a:lnTo>
                    <a:pt x="6248400" y="0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 descr=""/>
            <p:cNvSpPr/>
            <p:nvPr/>
          </p:nvSpPr>
          <p:spPr>
            <a:xfrm>
              <a:off x="2590800" y="4419599"/>
              <a:ext cx="6248400" cy="4162425"/>
            </a:xfrm>
            <a:custGeom>
              <a:avLst/>
              <a:gdLst/>
              <a:ahLst/>
              <a:cxnLst/>
              <a:rect l="l" t="t" r="r" b="b"/>
              <a:pathLst>
                <a:path w="6248400" h="4162425">
                  <a:moveTo>
                    <a:pt x="6248400" y="2771775"/>
                  </a:moveTo>
                  <a:lnTo>
                    <a:pt x="0" y="2771775"/>
                  </a:lnTo>
                  <a:lnTo>
                    <a:pt x="0" y="4162425"/>
                  </a:lnTo>
                  <a:lnTo>
                    <a:pt x="6248400" y="4162425"/>
                  </a:lnTo>
                  <a:lnTo>
                    <a:pt x="6248400" y="2771775"/>
                  </a:lnTo>
                  <a:close/>
                </a:path>
                <a:path w="6248400" h="4162425">
                  <a:moveTo>
                    <a:pt x="6248400" y="0"/>
                  </a:moveTo>
                  <a:lnTo>
                    <a:pt x="0" y="0"/>
                  </a:lnTo>
                  <a:lnTo>
                    <a:pt x="0" y="1381125"/>
                  </a:lnTo>
                  <a:lnTo>
                    <a:pt x="6248400" y="1381125"/>
                  </a:lnTo>
                  <a:lnTo>
                    <a:pt x="6248400" y="0"/>
                  </a:lnTo>
                  <a:close/>
                </a:path>
              </a:pathLst>
            </a:custGeom>
            <a:solidFill>
              <a:srgbClr val="FFFFFF">
                <a:alpha val="1960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"/>
          <p:cNvSpPr/>
          <p:nvPr/>
        </p:nvSpPr>
        <p:spPr>
          <a:xfrm>
            <a:off x="3210686" y="3468940"/>
            <a:ext cx="608330" cy="519430"/>
          </a:xfrm>
          <a:custGeom>
            <a:avLst/>
            <a:gdLst/>
            <a:ahLst/>
            <a:cxnLst/>
            <a:rect l="l" t="t" r="r" b="b"/>
            <a:pathLst>
              <a:path w="608329" h="519429">
                <a:moveTo>
                  <a:pt x="434803" y="382270"/>
                </a:moveTo>
                <a:lnTo>
                  <a:pt x="409096" y="382270"/>
                </a:lnTo>
                <a:lnTo>
                  <a:pt x="441942" y="415290"/>
                </a:lnTo>
                <a:lnTo>
                  <a:pt x="439752" y="417830"/>
                </a:lnTo>
                <a:lnTo>
                  <a:pt x="435601" y="424180"/>
                </a:lnTo>
                <a:lnTo>
                  <a:pt x="434220" y="430530"/>
                </a:lnTo>
                <a:lnTo>
                  <a:pt x="435606" y="438150"/>
                </a:lnTo>
                <a:lnTo>
                  <a:pt x="439752" y="444500"/>
                </a:lnTo>
                <a:lnTo>
                  <a:pt x="511143" y="514350"/>
                </a:lnTo>
                <a:lnTo>
                  <a:pt x="517404" y="518160"/>
                </a:lnTo>
                <a:lnTo>
                  <a:pt x="524532" y="519430"/>
                </a:lnTo>
                <a:lnTo>
                  <a:pt x="531659" y="518160"/>
                </a:lnTo>
                <a:lnTo>
                  <a:pt x="537921" y="514350"/>
                </a:lnTo>
                <a:lnTo>
                  <a:pt x="550731" y="501650"/>
                </a:lnTo>
                <a:lnTo>
                  <a:pt x="524188" y="501650"/>
                </a:lnTo>
                <a:lnTo>
                  <a:pt x="452798" y="430530"/>
                </a:lnTo>
                <a:lnTo>
                  <a:pt x="481077" y="402590"/>
                </a:lnTo>
                <a:lnTo>
                  <a:pt x="454969" y="402590"/>
                </a:lnTo>
                <a:lnTo>
                  <a:pt x="434803" y="382270"/>
                </a:lnTo>
                <a:close/>
              </a:path>
              <a:path w="608329" h="519429">
                <a:moveTo>
                  <a:pt x="517943" y="392430"/>
                </a:moveTo>
                <a:lnTo>
                  <a:pt x="491787" y="392430"/>
                </a:lnTo>
                <a:lnTo>
                  <a:pt x="563493" y="463550"/>
                </a:lnTo>
                <a:lnTo>
                  <a:pt x="524708" y="501650"/>
                </a:lnTo>
                <a:lnTo>
                  <a:pt x="550731" y="501650"/>
                </a:lnTo>
                <a:lnTo>
                  <a:pt x="576353" y="476250"/>
                </a:lnTo>
                <a:lnTo>
                  <a:pt x="580507" y="469900"/>
                </a:lnTo>
                <a:lnTo>
                  <a:pt x="581892" y="463550"/>
                </a:lnTo>
                <a:lnTo>
                  <a:pt x="580507" y="455930"/>
                </a:lnTo>
                <a:lnTo>
                  <a:pt x="576353" y="449580"/>
                </a:lnTo>
                <a:lnTo>
                  <a:pt x="517943" y="392430"/>
                </a:lnTo>
                <a:close/>
              </a:path>
              <a:path w="608329" h="519429">
                <a:moveTo>
                  <a:pt x="244269" y="0"/>
                </a:moveTo>
                <a:lnTo>
                  <a:pt x="31322" y="0"/>
                </a:lnTo>
                <a:lnTo>
                  <a:pt x="0" y="34289"/>
                </a:lnTo>
                <a:lnTo>
                  <a:pt x="0" y="447039"/>
                </a:lnTo>
                <a:lnTo>
                  <a:pt x="31322" y="481330"/>
                </a:lnTo>
                <a:lnTo>
                  <a:pt x="302168" y="481330"/>
                </a:lnTo>
                <a:lnTo>
                  <a:pt x="314352" y="478790"/>
                </a:lnTo>
                <a:lnTo>
                  <a:pt x="324310" y="471170"/>
                </a:lnTo>
                <a:lnTo>
                  <a:pt x="329349" y="463550"/>
                </a:lnTo>
                <a:lnTo>
                  <a:pt x="24343" y="463549"/>
                </a:lnTo>
                <a:lnTo>
                  <a:pt x="18430" y="455929"/>
                </a:lnTo>
                <a:lnTo>
                  <a:pt x="18430" y="25399"/>
                </a:lnTo>
                <a:lnTo>
                  <a:pt x="24343" y="17779"/>
                </a:lnTo>
                <a:lnTo>
                  <a:pt x="262863" y="17780"/>
                </a:lnTo>
                <a:lnTo>
                  <a:pt x="246682" y="1270"/>
                </a:lnTo>
                <a:lnTo>
                  <a:pt x="244269" y="0"/>
                </a:lnTo>
                <a:close/>
              </a:path>
              <a:path w="608329" h="519429">
                <a:moveTo>
                  <a:pt x="262863" y="17780"/>
                </a:moveTo>
                <a:lnTo>
                  <a:pt x="232560" y="17780"/>
                </a:lnTo>
                <a:lnTo>
                  <a:pt x="232560" y="99060"/>
                </a:lnTo>
                <a:lnTo>
                  <a:pt x="236679" y="102870"/>
                </a:lnTo>
                <a:lnTo>
                  <a:pt x="315065" y="102870"/>
                </a:lnTo>
                <a:lnTo>
                  <a:pt x="315065" y="120650"/>
                </a:lnTo>
                <a:lnTo>
                  <a:pt x="264986" y="132080"/>
                </a:lnTo>
                <a:lnTo>
                  <a:pt x="221017" y="162560"/>
                </a:lnTo>
                <a:lnTo>
                  <a:pt x="193679" y="200660"/>
                </a:lnTo>
                <a:lnTo>
                  <a:pt x="180010" y="242570"/>
                </a:lnTo>
                <a:lnTo>
                  <a:pt x="180010" y="287020"/>
                </a:lnTo>
                <a:lnTo>
                  <a:pt x="193679" y="330200"/>
                </a:lnTo>
                <a:lnTo>
                  <a:pt x="221017" y="367030"/>
                </a:lnTo>
                <a:lnTo>
                  <a:pt x="264986" y="397510"/>
                </a:lnTo>
                <a:lnTo>
                  <a:pt x="315066" y="408940"/>
                </a:lnTo>
                <a:lnTo>
                  <a:pt x="315066" y="455930"/>
                </a:lnTo>
                <a:lnTo>
                  <a:pt x="309164" y="463550"/>
                </a:lnTo>
                <a:lnTo>
                  <a:pt x="329349" y="463550"/>
                </a:lnTo>
                <a:lnTo>
                  <a:pt x="331028" y="461010"/>
                </a:lnTo>
                <a:lnTo>
                  <a:pt x="333493" y="447040"/>
                </a:lnTo>
                <a:lnTo>
                  <a:pt x="333493" y="408940"/>
                </a:lnTo>
                <a:lnTo>
                  <a:pt x="353370" y="406400"/>
                </a:lnTo>
                <a:lnTo>
                  <a:pt x="372798" y="401320"/>
                </a:lnTo>
                <a:lnTo>
                  <a:pt x="391474" y="393700"/>
                </a:lnTo>
                <a:lnTo>
                  <a:pt x="395390" y="391160"/>
                </a:lnTo>
                <a:lnTo>
                  <a:pt x="324277" y="391160"/>
                </a:lnTo>
                <a:lnTo>
                  <a:pt x="276228" y="382270"/>
                </a:lnTo>
                <a:lnTo>
                  <a:pt x="234026" y="354330"/>
                </a:lnTo>
                <a:lnTo>
                  <a:pt x="206046" y="312420"/>
                </a:lnTo>
                <a:lnTo>
                  <a:pt x="196720" y="265430"/>
                </a:lnTo>
                <a:lnTo>
                  <a:pt x="206046" y="217170"/>
                </a:lnTo>
                <a:lnTo>
                  <a:pt x="234026" y="175260"/>
                </a:lnTo>
                <a:lnTo>
                  <a:pt x="276220" y="147320"/>
                </a:lnTo>
                <a:lnTo>
                  <a:pt x="324270" y="138430"/>
                </a:lnTo>
                <a:lnTo>
                  <a:pt x="394101" y="138430"/>
                </a:lnTo>
                <a:lnTo>
                  <a:pt x="402810" y="129540"/>
                </a:lnTo>
                <a:lnTo>
                  <a:pt x="376305" y="129540"/>
                </a:lnTo>
                <a:lnTo>
                  <a:pt x="365839" y="125730"/>
                </a:lnTo>
                <a:lnTo>
                  <a:pt x="355184" y="123190"/>
                </a:lnTo>
                <a:lnTo>
                  <a:pt x="333493" y="120650"/>
                </a:lnTo>
                <a:lnTo>
                  <a:pt x="333493" y="91440"/>
                </a:lnTo>
                <a:lnTo>
                  <a:pt x="332565" y="88900"/>
                </a:lnTo>
                <a:lnTo>
                  <a:pt x="328831" y="85090"/>
                </a:lnTo>
                <a:lnTo>
                  <a:pt x="250968" y="85090"/>
                </a:lnTo>
                <a:lnTo>
                  <a:pt x="250968" y="31750"/>
                </a:lnTo>
                <a:lnTo>
                  <a:pt x="276554" y="31750"/>
                </a:lnTo>
                <a:lnTo>
                  <a:pt x="262863" y="17780"/>
                </a:lnTo>
                <a:close/>
              </a:path>
              <a:path w="608329" h="519429">
                <a:moveTo>
                  <a:pt x="209604" y="387350"/>
                </a:moveTo>
                <a:lnTo>
                  <a:pt x="63538" y="387350"/>
                </a:lnTo>
                <a:lnTo>
                  <a:pt x="59401" y="391160"/>
                </a:lnTo>
                <a:lnTo>
                  <a:pt x="59401" y="401320"/>
                </a:lnTo>
                <a:lnTo>
                  <a:pt x="63538" y="405130"/>
                </a:lnTo>
                <a:lnTo>
                  <a:pt x="209604" y="405130"/>
                </a:lnTo>
                <a:lnTo>
                  <a:pt x="213743" y="401320"/>
                </a:lnTo>
                <a:lnTo>
                  <a:pt x="213743" y="391160"/>
                </a:lnTo>
                <a:lnTo>
                  <a:pt x="209604" y="387350"/>
                </a:lnTo>
                <a:close/>
              </a:path>
              <a:path w="608329" h="519429">
                <a:moveTo>
                  <a:pt x="457628" y="363220"/>
                </a:moveTo>
                <a:lnTo>
                  <a:pt x="431457" y="363220"/>
                </a:lnTo>
                <a:lnTo>
                  <a:pt x="462986" y="394970"/>
                </a:lnTo>
                <a:lnTo>
                  <a:pt x="454969" y="402590"/>
                </a:lnTo>
                <a:lnTo>
                  <a:pt x="481077" y="402590"/>
                </a:lnTo>
                <a:lnTo>
                  <a:pt x="491360" y="392430"/>
                </a:lnTo>
                <a:lnTo>
                  <a:pt x="517943" y="392430"/>
                </a:lnTo>
                <a:lnTo>
                  <a:pt x="506261" y="381000"/>
                </a:lnTo>
                <a:lnTo>
                  <a:pt x="476032" y="381000"/>
                </a:lnTo>
                <a:lnTo>
                  <a:pt x="457628" y="363220"/>
                </a:lnTo>
                <a:close/>
              </a:path>
              <a:path w="608329" h="519429">
                <a:moveTo>
                  <a:pt x="394101" y="138430"/>
                </a:moveTo>
                <a:lnTo>
                  <a:pt x="324270" y="138430"/>
                </a:lnTo>
                <a:lnTo>
                  <a:pt x="372320" y="147320"/>
                </a:lnTo>
                <a:lnTo>
                  <a:pt x="414514" y="175260"/>
                </a:lnTo>
                <a:lnTo>
                  <a:pt x="442510" y="217170"/>
                </a:lnTo>
                <a:lnTo>
                  <a:pt x="451842" y="265430"/>
                </a:lnTo>
                <a:lnTo>
                  <a:pt x="442510" y="312420"/>
                </a:lnTo>
                <a:lnTo>
                  <a:pt x="414514" y="354330"/>
                </a:lnTo>
                <a:lnTo>
                  <a:pt x="372323" y="382270"/>
                </a:lnTo>
                <a:lnTo>
                  <a:pt x="324277" y="391160"/>
                </a:lnTo>
                <a:lnTo>
                  <a:pt x="395390" y="391160"/>
                </a:lnTo>
                <a:lnTo>
                  <a:pt x="409096" y="382270"/>
                </a:lnTo>
                <a:lnTo>
                  <a:pt x="434803" y="382270"/>
                </a:lnTo>
                <a:lnTo>
                  <a:pt x="423459" y="370840"/>
                </a:lnTo>
                <a:lnTo>
                  <a:pt x="431457" y="363220"/>
                </a:lnTo>
                <a:lnTo>
                  <a:pt x="457628" y="363220"/>
                </a:lnTo>
                <a:lnTo>
                  <a:pt x="443167" y="349250"/>
                </a:lnTo>
                <a:lnTo>
                  <a:pt x="449572" y="339090"/>
                </a:lnTo>
                <a:lnTo>
                  <a:pt x="455118" y="328930"/>
                </a:lnTo>
                <a:lnTo>
                  <a:pt x="459801" y="318770"/>
                </a:lnTo>
                <a:lnTo>
                  <a:pt x="463617" y="308610"/>
                </a:lnTo>
                <a:lnTo>
                  <a:pt x="542509" y="308610"/>
                </a:lnTo>
                <a:lnTo>
                  <a:pt x="540574" y="298450"/>
                </a:lnTo>
                <a:lnTo>
                  <a:pt x="542509" y="289560"/>
                </a:lnTo>
                <a:lnTo>
                  <a:pt x="468071" y="289560"/>
                </a:lnTo>
                <a:lnTo>
                  <a:pt x="470141" y="265430"/>
                </a:lnTo>
                <a:lnTo>
                  <a:pt x="470250" y="264160"/>
                </a:lnTo>
                <a:lnTo>
                  <a:pt x="467994" y="240030"/>
                </a:lnTo>
                <a:lnTo>
                  <a:pt x="461309" y="214630"/>
                </a:lnTo>
                <a:lnTo>
                  <a:pt x="450200" y="191770"/>
                </a:lnTo>
                <a:lnTo>
                  <a:pt x="542267" y="191770"/>
                </a:lnTo>
                <a:lnTo>
                  <a:pt x="540574" y="182880"/>
                </a:lnTo>
                <a:lnTo>
                  <a:pt x="542509" y="173990"/>
                </a:lnTo>
                <a:lnTo>
                  <a:pt x="523205" y="173990"/>
                </a:lnTo>
                <a:lnTo>
                  <a:pt x="437284" y="172720"/>
                </a:lnTo>
                <a:lnTo>
                  <a:pt x="427750" y="162560"/>
                </a:lnTo>
                <a:lnTo>
                  <a:pt x="417321" y="153670"/>
                </a:lnTo>
                <a:lnTo>
                  <a:pt x="406078" y="144780"/>
                </a:lnTo>
                <a:lnTo>
                  <a:pt x="394101" y="138430"/>
                </a:lnTo>
                <a:close/>
              </a:path>
              <a:path w="608329" h="519429">
                <a:moveTo>
                  <a:pt x="491583" y="373380"/>
                </a:moveTo>
                <a:lnTo>
                  <a:pt x="484462" y="374650"/>
                </a:lnTo>
                <a:lnTo>
                  <a:pt x="478203" y="379730"/>
                </a:lnTo>
                <a:lnTo>
                  <a:pt x="476032" y="381000"/>
                </a:lnTo>
                <a:lnTo>
                  <a:pt x="506261" y="381000"/>
                </a:lnTo>
                <a:lnTo>
                  <a:pt x="504963" y="379730"/>
                </a:lnTo>
                <a:lnTo>
                  <a:pt x="498704" y="374650"/>
                </a:lnTo>
                <a:lnTo>
                  <a:pt x="491583" y="373380"/>
                </a:lnTo>
                <a:close/>
              </a:path>
              <a:path w="608329" h="519429">
                <a:moveTo>
                  <a:pt x="324270" y="152400"/>
                </a:moveTo>
                <a:lnTo>
                  <a:pt x="279961" y="161290"/>
                </a:lnTo>
                <a:lnTo>
                  <a:pt x="243798" y="185420"/>
                </a:lnTo>
                <a:lnTo>
                  <a:pt x="219428" y="220980"/>
                </a:lnTo>
                <a:lnTo>
                  <a:pt x="210495" y="265430"/>
                </a:lnTo>
                <a:lnTo>
                  <a:pt x="219431" y="308610"/>
                </a:lnTo>
                <a:lnTo>
                  <a:pt x="243805" y="344170"/>
                </a:lnTo>
                <a:lnTo>
                  <a:pt x="279969" y="368300"/>
                </a:lnTo>
                <a:lnTo>
                  <a:pt x="324270" y="377190"/>
                </a:lnTo>
                <a:lnTo>
                  <a:pt x="368582" y="368300"/>
                </a:lnTo>
                <a:lnTo>
                  <a:pt x="381908" y="359410"/>
                </a:lnTo>
                <a:lnTo>
                  <a:pt x="324286" y="359410"/>
                </a:lnTo>
                <a:lnTo>
                  <a:pt x="288405" y="353060"/>
                </a:lnTo>
                <a:lnTo>
                  <a:pt x="256851" y="331470"/>
                </a:lnTo>
                <a:lnTo>
                  <a:pt x="235891" y="300990"/>
                </a:lnTo>
                <a:lnTo>
                  <a:pt x="228904" y="265430"/>
                </a:lnTo>
                <a:lnTo>
                  <a:pt x="235891" y="229870"/>
                </a:lnTo>
                <a:lnTo>
                  <a:pt x="256851" y="198120"/>
                </a:lnTo>
                <a:lnTo>
                  <a:pt x="288411" y="177800"/>
                </a:lnTo>
                <a:lnTo>
                  <a:pt x="324286" y="170180"/>
                </a:lnTo>
                <a:lnTo>
                  <a:pt x="381908" y="170180"/>
                </a:lnTo>
                <a:lnTo>
                  <a:pt x="368582" y="161290"/>
                </a:lnTo>
                <a:lnTo>
                  <a:pt x="324270" y="152400"/>
                </a:lnTo>
                <a:close/>
              </a:path>
              <a:path w="608329" h="519429">
                <a:moveTo>
                  <a:pt x="381908" y="170180"/>
                </a:moveTo>
                <a:lnTo>
                  <a:pt x="324286" y="170180"/>
                </a:lnTo>
                <a:lnTo>
                  <a:pt x="360158" y="177800"/>
                </a:lnTo>
                <a:lnTo>
                  <a:pt x="391707" y="198120"/>
                </a:lnTo>
                <a:lnTo>
                  <a:pt x="412668" y="229870"/>
                </a:lnTo>
                <a:lnTo>
                  <a:pt x="419655" y="265430"/>
                </a:lnTo>
                <a:lnTo>
                  <a:pt x="412668" y="300990"/>
                </a:lnTo>
                <a:lnTo>
                  <a:pt x="391707" y="331470"/>
                </a:lnTo>
                <a:lnTo>
                  <a:pt x="360164" y="353060"/>
                </a:lnTo>
                <a:lnTo>
                  <a:pt x="324286" y="359410"/>
                </a:lnTo>
                <a:lnTo>
                  <a:pt x="381908" y="359410"/>
                </a:lnTo>
                <a:lnTo>
                  <a:pt x="404751" y="344170"/>
                </a:lnTo>
                <a:lnTo>
                  <a:pt x="429127" y="308610"/>
                </a:lnTo>
                <a:lnTo>
                  <a:pt x="438064" y="265430"/>
                </a:lnTo>
                <a:lnTo>
                  <a:pt x="429127" y="220980"/>
                </a:lnTo>
                <a:lnTo>
                  <a:pt x="404751" y="185420"/>
                </a:lnTo>
                <a:lnTo>
                  <a:pt x="381908" y="170180"/>
                </a:lnTo>
                <a:close/>
              </a:path>
              <a:path w="608329" h="519429">
                <a:moveTo>
                  <a:pt x="542509" y="308610"/>
                </a:moveTo>
                <a:lnTo>
                  <a:pt x="523149" y="308610"/>
                </a:lnTo>
                <a:lnTo>
                  <a:pt x="528600" y="321310"/>
                </a:lnTo>
                <a:lnTo>
                  <a:pt x="538027" y="331470"/>
                </a:lnTo>
                <a:lnTo>
                  <a:pt x="550524" y="339090"/>
                </a:lnTo>
                <a:lnTo>
                  <a:pt x="565181" y="341630"/>
                </a:lnTo>
                <a:lnTo>
                  <a:pt x="581918" y="337820"/>
                </a:lnTo>
                <a:lnTo>
                  <a:pt x="595578" y="328930"/>
                </a:lnTo>
                <a:lnTo>
                  <a:pt x="598926" y="323850"/>
                </a:lnTo>
                <a:lnTo>
                  <a:pt x="565181" y="323850"/>
                </a:lnTo>
                <a:lnTo>
                  <a:pt x="555606" y="321310"/>
                </a:lnTo>
                <a:lnTo>
                  <a:pt x="547784" y="316230"/>
                </a:lnTo>
                <a:lnTo>
                  <a:pt x="542509" y="308610"/>
                </a:lnTo>
                <a:close/>
              </a:path>
              <a:path w="608329" h="519429">
                <a:moveTo>
                  <a:pt x="155701" y="318770"/>
                </a:moveTo>
                <a:lnTo>
                  <a:pt x="63540" y="318770"/>
                </a:lnTo>
                <a:lnTo>
                  <a:pt x="59403" y="322580"/>
                </a:lnTo>
                <a:lnTo>
                  <a:pt x="59403" y="332740"/>
                </a:lnTo>
                <a:lnTo>
                  <a:pt x="63538" y="336550"/>
                </a:lnTo>
                <a:lnTo>
                  <a:pt x="155701" y="336550"/>
                </a:lnTo>
                <a:lnTo>
                  <a:pt x="159822" y="332740"/>
                </a:lnTo>
                <a:lnTo>
                  <a:pt x="159822" y="322580"/>
                </a:lnTo>
                <a:lnTo>
                  <a:pt x="155701" y="318770"/>
                </a:lnTo>
                <a:close/>
              </a:path>
              <a:path w="608329" h="519429">
                <a:moveTo>
                  <a:pt x="269155" y="259080"/>
                </a:moveTo>
                <a:lnTo>
                  <a:pt x="263346" y="259080"/>
                </a:lnTo>
                <a:lnTo>
                  <a:pt x="255589" y="265430"/>
                </a:lnTo>
                <a:lnTo>
                  <a:pt x="255348" y="267970"/>
                </a:lnTo>
                <a:lnTo>
                  <a:pt x="255227" y="269240"/>
                </a:lnTo>
                <a:lnTo>
                  <a:pt x="255107" y="270510"/>
                </a:lnTo>
                <a:lnTo>
                  <a:pt x="300554" y="323850"/>
                </a:lnTo>
                <a:lnTo>
                  <a:pt x="307142" y="323850"/>
                </a:lnTo>
                <a:lnTo>
                  <a:pt x="328801" y="299720"/>
                </a:lnTo>
                <a:lnTo>
                  <a:pt x="304098" y="299720"/>
                </a:lnTo>
                <a:lnTo>
                  <a:pt x="269155" y="259080"/>
                </a:lnTo>
                <a:close/>
              </a:path>
              <a:path w="608329" h="519429">
                <a:moveTo>
                  <a:pt x="599261" y="274320"/>
                </a:moveTo>
                <a:lnTo>
                  <a:pt x="565181" y="274320"/>
                </a:lnTo>
                <a:lnTo>
                  <a:pt x="574725" y="276860"/>
                </a:lnTo>
                <a:lnTo>
                  <a:pt x="582530" y="281940"/>
                </a:lnTo>
                <a:lnTo>
                  <a:pt x="587799" y="289560"/>
                </a:lnTo>
                <a:lnTo>
                  <a:pt x="589733" y="298450"/>
                </a:lnTo>
                <a:lnTo>
                  <a:pt x="587799" y="308610"/>
                </a:lnTo>
                <a:lnTo>
                  <a:pt x="582530" y="316230"/>
                </a:lnTo>
                <a:lnTo>
                  <a:pt x="574725" y="321310"/>
                </a:lnTo>
                <a:lnTo>
                  <a:pt x="565181" y="323850"/>
                </a:lnTo>
                <a:lnTo>
                  <a:pt x="598926" y="323850"/>
                </a:lnTo>
                <a:lnTo>
                  <a:pt x="604785" y="314960"/>
                </a:lnTo>
                <a:lnTo>
                  <a:pt x="608160" y="298450"/>
                </a:lnTo>
                <a:lnTo>
                  <a:pt x="604785" y="281940"/>
                </a:lnTo>
                <a:lnTo>
                  <a:pt x="599261" y="274320"/>
                </a:lnTo>
                <a:close/>
              </a:path>
              <a:path w="608329" h="519429">
                <a:moveTo>
                  <a:pt x="384600" y="215900"/>
                </a:moveTo>
                <a:lnTo>
                  <a:pt x="378773" y="215900"/>
                </a:lnTo>
                <a:lnTo>
                  <a:pt x="375414" y="219710"/>
                </a:lnTo>
                <a:lnTo>
                  <a:pt x="304098" y="299720"/>
                </a:lnTo>
                <a:lnTo>
                  <a:pt x="328801" y="299720"/>
                </a:lnTo>
                <a:lnTo>
                  <a:pt x="389221" y="232410"/>
                </a:lnTo>
                <a:lnTo>
                  <a:pt x="392580" y="228600"/>
                </a:lnTo>
                <a:lnTo>
                  <a:pt x="392297" y="223520"/>
                </a:lnTo>
                <a:lnTo>
                  <a:pt x="392227" y="222250"/>
                </a:lnTo>
                <a:lnTo>
                  <a:pt x="384600" y="215900"/>
                </a:lnTo>
                <a:close/>
              </a:path>
              <a:path w="608329" h="519429">
                <a:moveTo>
                  <a:pt x="565181" y="256540"/>
                </a:moveTo>
                <a:lnTo>
                  <a:pt x="550524" y="259080"/>
                </a:lnTo>
                <a:lnTo>
                  <a:pt x="538027" y="265430"/>
                </a:lnTo>
                <a:lnTo>
                  <a:pt x="528600" y="276860"/>
                </a:lnTo>
                <a:lnTo>
                  <a:pt x="523149" y="289560"/>
                </a:lnTo>
                <a:lnTo>
                  <a:pt x="542509" y="289560"/>
                </a:lnTo>
                <a:lnTo>
                  <a:pt x="547784" y="281940"/>
                </a:lnTo>
                <a:lnTo>
                  <a:pt x="555606" y="276860"/>
                </a:lnTo>
                <a:lnTo>
                  <a:pt x="565181" y="274320"/>
                </a:lnTo>
                <a:lnTo>
                  <a:pt x="599261" y="274320"/>
                </a:lnTo>
                <a:lnTo>
                  <a:pt x="595578" y="269240"/>
                </a:lnTo>
                <a:lnTo>
                  <a:pt x="581918" y="260350"/>
                </a:lnTo>
                <a:lnTo>
                  <a:pt x="565181" y="256540"/>
                </a:lnTo>
                <a:close/>
              </a:path>
              <a:path w="608329" h="519429">
                <a:moveTo>
                  <a:pt x="146031" y="250190"/>
                </a:moveTo>
                <a:lnTo>
                  <a:pt x="63540" y="250190"/>
                </a:lnTo>
                <a:lnTo>
                  <a:pt x="59403" y="254000"/>
                </a:lnTo>
                <a:lnTo>
                  <a:pt x="59403" y="264160"/>
                </a:lnTo>
                <a:lnTo>
                  <a:pt x="63538" y="267970"/>
                </a:lnTo>
                <a:lnTo>
                  <a:pt x="146031" y="267970"/>
                </a:lnTo>
                <a:lnTo>
                  <a:pt x="150152" y="264160"/>
                </a:lnTo>
                <a:lnTo>
                  <a:pt x="150152" y="254000"/>
                </a:lnTo>
                <a:lnTo>
                  <a:pt x="146031" y="250190"/>
                </a:lnTo>
                <a:close/>
              </a:path>
              <a:path w="608329" h="519429">
                <a:moveTo>
                  <a:pt x="542267" y="191770"/>
                </a:moveTo>
                <a:lnTo>
                  <a:pt x="523093" y="191770"/>
                </a:lnTo>
                <a:lnTo>
                  <a:pt x="528493" y="205740"/>
                </a:lnTo>
                <a:lnTo>
                  <a:pt x="537923" y="215900"/>
                </a:lnTo>
                <a:lnTo>
                  <a:pt x="550460" y="223520"/>
                </a:lnTo>
                <a:lnTo>
                  <a:pt x="565181" y="226060"/>
                </a:lnTo>
                <a:lnTo>
                  <a:pt x="581918" y="222250"/>
                </a:lnTo>
                <a:lnTo>
                  <a:pt x="595578" y="213360"/>
                </a:lnTo>
                <a:lnTo>
                  <a:pt x="599763" y="207010"/>
                </a:lnTo>
                <a:lnTo>
                  <a:pt x="565181" y="207010"/>
                </a:lnTo>
                <a:lnTo>
                  <a:pt x="555606" y="205740"/>
                </a:lnTo>
                <a:lnTo>
                  <a:pt x="547784" y="200660"/>
                </a:lnTo>
                <a:lnTo>
                  <a:pt x="542509" y="193040"/>
                </a:lnTo>
                <a:lnTo>
                  <a:pt x="542267" y="191770"/>
                </a:lnTo>
                <a:close/>
              </a:path>
              <a:path w="608329" h="519429">
                <a:moveTo>
                  <a:pt x="599261" y="158750"/>
                </a:moveTo>
                <a:lnTo>
                  <a:pt x="565181" y="158750"/>
                </a:lnTo>
                <a:lnTo>
                  <a:pt x="574725" y="161290"/>
                </a:lnTo>
                <a:lnTo>
                  <a:pt x="582530" y="166370"/>
                </a:lnTo>
                <a:lnTo>
                  <a:pt x="587799" y="173990"/>
                </a:lnTo>
                <a:lnTo>
                  <a:pt x="589733" y="182880"/>
                </a:lnTo>
                <a:lnTo>
                  <a:pt x="587799" y="193040"/>
                </a:lnTo>
                <a:lnTo>
                  <a:pt x="582530" y="200660"/>
                </a:lnTo>
                <a:lnTo>
                  <a:pt x="574725" y="205740"/>
                </a:lnTo>
                <a:lnTo>
                  <a:pt x="565181" y="207010"/>
                </a:lnTo>
                <a:lnTo>
                  <a:pt x="599763" y="207010"/>
                </a:lnTo>
                <a:lnTo>
                  <a:pt x="604785" y="199390"/>
                </a:lnTo>
                <a:lnTo>
                  <a:pt x="608160" y="182880"/>
                </a:lnTo>
                <a:lnTo>
                  <a:pt x="604785" y="166370"/>
                </a:lnTo>
                <a:lnTo>
                  <a:pt x="599261" y="158750"/>
                </a:lnTo>
                <a:close/>
              </a:path>
              <a:path w="608329" h="519429">
                <a:moveTo>
                  <a:pt x="156168" y="181610"/>
                </a:moveTo>
                <a:lnTo>
                  <a:pt x="63539" y="181610"/>
                </a:lnTo>
                <a:lnTo>
                  <a:pt x="59403" y="185420"/>
                </a:lnTo>
                <a:lnTo>
                  <a:pt x="59403" y="195580"/>
                </a:lnTo>
                <a:lnTo>
                  <a:pt x="63538" y="199390"/>
                </a:lnTo>
                <a:lnTo>
                  <a:pt x="156168" y="199390"/>
                </a:lnTo>
                <a:lnTo>
                  <a:pt x="160283" y="195580"/>
                </a:lnTo>
                <a:lnTo>
                  <a:pt x="160283" y="185420"/>
                </a:lnTo>
                <a:lnTo>
                  <a:pt x="156168" y="181610"/>
                </a:lnTo>
                <a:close/>
              </a:path>
              <a:path w="608329" h="519429">
                <a:moveTo>
                  <a:pt x="565181" y="140970"/>
                </a:moveTo>
                <a:lnTo>
                  <a:pt x="550598" y="143510"/>
                </a:lnTo>
                <a:lnTo>
                  <a:pt x="538146" y="149860"/>
                </a:lnTo>
                <a:lnTo>
                  <a:pt x="528717" y="160020"/>
                </a:lnTo>
                <a:lnTo>
                  <a:pt x="523205" y="173990"/>
                </a:lnTo>
                <a:lnTo>
                  <a:pt x="542509" y="173990"/>
                </a:lnTo>
                <a:lnTo>
                  <a:pt x="547784" y="166370"/>
                </a:lnTo>
                <a:lnTo>
                  <a:pt x="555606" y="161290"/>
                </a:lnTo>
                <a:lnTo>
                  <a:pt x="565181" y="158750"/>
                </a:lnTo>
                <a:lnTo>
                  <a:pt x="599261" y="158750"/>
                </a:lnTo>
                <a:lnTo>
                  <a:pt x="595578" y="153670"/>
                </a:lnTo>
                <a:lnTo>
                  <a:pt x="581918" y="143510"/>
                </a:lnTo>
                <a:lnTo>
                  <a:pt x="565181" y="140970"/>
                </a:lnTo>
                <a:close/>
              </a:path>
              <a:path w="608329" h="519429">
                <a:moveTo>
                  <a:pt x="209623" y="113030"/>
                </a:moveTo>
                <a:lnTo>
                  <a:pt x="63539" y="113030"/>
                </a:lnTo>
                <a:lnTo>
                  <a:pt x="59403" y="116840"/>
                </a:lnTo>
                <a:lnTo>
                  <a:pt x="59403" y="127000"/>
                </a:lnTo>
                <a:lnTo>
                  <a:pt x="63538" y="132080"/>
                </a:lnTo>
                <a:lnTo>
                  <a:pt x="209623" y="132080"/>
                </a:lnTo>
                <a:lnTo>
                  <a:pt x="213742" y="127000"/>
                </a:lnTo>
                <a:lnTo>
                  <a:pt x="213742" y="116840"/>
                </a:lnTo>
                <a:lnTo>
                  <a:pt x="209623" y="113030"/>
                </a:lnTo>
                <a:close/>
              </a:path>
              <a:path w="608329" h="519429">
                <a:moveTo>
                  <a:pt x="565181" y="25400"/>
                </a:moveTo>
                <a:lnTo>
                  <a:pt x="550526" y="27940"/>
                </a:lnTo>
                <a:lnTo>
                  <a:pt x="538034" y="34290"/>
                </a:lnTo>
                <a:lnTo>
                  <a:pt x="528607" y="44450"/>
                </a:lnTo>
                <a:lnTo>
                  <a:pt x="523149" y="58420"/>
                </a:lnTo>
                <a:lnTo>
                  <a:pt x="448734" y="58420"/>
                </a:lnTo>
                <a:lnTo>
                  <a:pt x="446377" y="59690"/>
                </a:lnTo>
                <a:lnTo>
                  <a:pt x="444633" y="60960"/>
                </a:lnTo>
                <a:lnTo>
                  <a:pt x="376305" y="129540"/>
                </a:lnTo>
                <a:lnTo>
                  <a:pt x="402810" y="129540"/>
                </a:lnTo>
                <a:lnTo>
                  <a:pt x="455062" y="76200"/>
                </a:lnTo>
                <a:lnTo>
                  <a:pt x="542267" y="76200"/>
                </a:lnTo>
                <a:lnTo>
                  <a:pt x="565181" y="43180"/>
                </a:lnTo>
                <a:lnTo>
                  <a:pt x="599763" y="43180"/>
                </a:lnTo>
                <a:lnTo>
                  <a:pt x="595578" y="36830"/>
                </a:lnTo>
                <a:lnTo>
                  <a:pt x="581918" y="27940"/>
                </a:lnTo>
                <a:lnTo>
                  <a:pt x="565181" y="25400"/>
                </a:lnTo>
                <a:close/>
              </a:path>
              <a:path w="608329" h="519429">
                <a:moveTo>
                  <a:pt x="542267" y="76200"/>
                </a:moveTo>
                <a:lnTo>
                  <a:pt x="523149" y="76200"/>
                </a:lnTo>
                <a:lnTo>
                  <a:pt x="528607" y="90170"/>
                </a:lnTo>
                <a:lnTo>
                  <a:pt x="538034" y="100330"/>
                </a:lnTo>
                <a:lnTo>
                  <a:pt x="550526" y="107950"/>
                </a:lnTo>
                <a:lnTo>
                  <a:pt x="565181" y="110490"/>
                </a:lnTo>
                <a:lnTo>
                  <a:pt x="581918" y="106680"/>
                </a:lnTo>
                <a:lnTo>
                  <a:pt x="595578" y="97790"/>
                </a:lnTo>
                <a:lnTo>
                  <a:pt x="599763" y="91440"/>
                </a:lnTo>
                <a:lnTo>
                  <a:pt x="565181" y="91440"/>
                </a:lnTo>
                <a:lnTo>
                  <a:pt x="555606" y="90170"/>
                </a:lnTo>
                <a:lnTo>
                  <a:pt x="547784" y="85090"/>
                </a:lnTo>
                <a:lnTo>
                  <a:pt x="542509" y="77470"/>
                </a:lnTo>
                <a:lnTo>
                  <a:pt x="542267" y="76200"/>
                </a:lnTo>
                <a:close/>
              </a:path>
              <a:path w="608329" h="519429">
                <a:moveTo>
                  <a:pt x="599763" y="43180"/>
                </a:moveTo>
                <a:lnTo>
                  <a:pt x="565181" y="43180"/>
                </a:lnTo>
                <a:lnTo>
                  <a:pt x="574725" y="44450"/>
                </a:lnTo>
                <a:lnTo>
                  <a:pt x="582530" y="50800"/>
                </a:lnTo>
                <a:lnTo>
                  <a:pt x="587799" y="58420"/>
                </a:lnTo>
                <a:lnTo>
                  <a:pt x="589733" y="67310"/>
                </a:lnTo>
                <a:lnTo>
                  <a:pt x="587799" y="77470"/>
                </a:lnTo>
                <a:lnTo>
                  <a:pt x="582530" y="85090"/>
                </a:lnTo>
                <a:lnTo>
                  <a:pt x="574725" y="90170"/>
                </a:lnTo>
                <a:lnTo>
                  <a:pt x="565181" y="91440"/>
                </a:lnTo>
                <a:lnTo>
                  <a:pt x="599763" y="91440"/>
                </a:lnTo>
                <a:lnTo>
                  <a:pt x="604785" y="83820"/>
                </a:lnTo>
                <a:lnTo>
                  <a:pt x="608160" y="67310"/>
                </a:lnTo>
                <a:lnTo>
                  <a:pt x="604785" y="50800"/>
                </a:lnTo>
                <a:lnTo>
                  <a:pt x="599763" y="43180"/>
                </a:lnTo>
                <a:close/>
              </a:path>
              <a:path w="608329" h="519429">
                <a:moveTo>
                  <a:pt x="276554" y="31750"/>
                </a:moveTo>
                <a:lnTo>
                  <a:pt x="250968" y="31750"/>
                </a:lnTo>
                <a:lnTo>
                  <a:pt x="302688" y="85090"/>
                </a:lnTo>
                <a:lnTo>
                  <a:pt x="328831" y="85090"/>
                </a:lnTo>
                <a:lnTo>
                  <a:pt x="276554" y="31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 descr=""/>
          <p:cNvSpPr/>
          <p:nvPr/>
        </p:nvSpPr>
        <p:spPr>
          <a:xfrm>
            <a:off x="3163179" y="6183091"/>
            <a:ext cx="703580" cy="614680"/>
          </a:xfrm>
          <a:custGeom>
            <a:avLst/>
            <a:gdLst/>
            <a:ahLst/>
            <a:cxnLst/>
            <a:rect l="l" t="t" r="r" b="b"/>
            <a:pathLst>
              <a:path w="703579" h="614679">
                <a:moveTo>
                  <a:pt x="503440" y="453390"/>
                </a:moveTo>
                <a:lnTo>
                  <a:pt x="473013" y="453390"/>
                </a:lnTo>
                <a:lnTo>
                  <a:pt x="510991" y="491490"/>
                </a:lnTo>
                <a:lnTo>
                  <a:pt x="508459" y="494030"/>
                </a:lnTo>
                <a:lnTo>
                  <a:pt x="503658" y="501650"/>
                </a:lnTo>
                <a:lnTo>
                  <a:pt x="502062" y="509270"/>
                </a:lnTo>
                <a:lnTo>
                  <a:pt x="503664" y="518160"/>
                </a:lnTo>
                <a:lnTo>
                  <a:pt x="508459" y="525780"/>
                </a:lnTo>
                <a:lnTo>
                  <a:pt x="591003" y="608330"/>
                </a:lnTo>
                <a:lnTo>
                  <a:pt x="598243" y="613410"/>
                </a:lnTo>
                <a:lnTo>
                  <a:pt x="606484" y="614680"/>
                </a:lnTo>
                <a:lnTo>
                  <a:pt x="614726" y="613410"/>
                </a:lnTo>
                <a:lnTo>
                  <a:pt x="621965" y="608330"/>
                </a:lnTo>
                <a:lnTo>
                  <a:pt x="635931" y="594360"/>
                </a:lnTo>
                <a:lnTo>
                  <a:pt x="606280" y="594360"/>
                </a:lnTo>
                <a:lnTo>
                  <a:pt x="606087" y="593090"/>
                </a:lnTo>
                <a:lnTo>
                  <a:pt x="523543" y="510540"/>
                </a:lnTo>
                <a:lnTo>
                  <a:pt x="523543" y="509270"/>
                </a:lnTo>
                <a:lnTo>
                  <a:pt x="555745" y="476250"/>
                </a:lnTo>
                <a:lnTo>
                  <a:pt x="526054" y="476250"/>
                </a:lnTo>
                <a:lnTo>
                  <a:pt x="503440" y="453390"/>
                </a:lnTo>
                <a:close/>
              </a:path>
              <a:path w="703579" h="614679">
                <a:moveTo>
                  <a:pt x="597827" y="463550"/>
                </a:moveTo>
                <a:lnTo>
                  <a:pt x="568752" y="463550"/>
                </a:lnTo>
                <a:lnTo>
                  <a:pt x="651532" y="547370"/>
                </a:lnTo>
                <a:lnTo>
                  <a:pt x="651532" y="548640"/>
                </a:lnTo>
                <a:lnTo>
                  <a:pt x="606688" y="594360"/>
                </a:lnTo>
                <a:lnTo>
                  <a:pt x="635931" y="594360"/>
                </a:lnTo>
                <a:lnTo>
                  <a:pt x="666402" y="563880"/>
                </a:lnTo>
                <a:lnTo>
                  <a:pt x="671206" y="556260"/>
                </a:lnTo>
                <a:lnTo>
                  <a:pt x="672807" y="548640"/>
                </a:lnTo>
                <a:lnTo>
                  <a:pt x="671206" y="539750"/>
                </a:lnTo>
                <a:lnTo>
                  <a:pt x="666402" y="532130"/>
                </a:lnTo>
                <a:lnTo>
                  <a:pt x="597827" y="463550"/>
                </a:lnTo>
                <a:close/>
              </a:path>
              <a:path w="703579" h="614679">
                <a:moveTo>
                  <a:pt x="282434" y="0"/>
                </a:moveTo>
                <a:lnTo>
                  <a:pt x="36216" y="0"/>
                </a:lnTo>
                <a:lnTo>
                  <a:pt x="22136" y="3810"/>
                </a:lnTo>
                <a:lnTo>
                  <a:pt x="10622" y="12700"/>
                </a:lnTo>
                <a:lnTo>
                  <a:pt x="2851" y="25400"/>
                </a:lnTo>
                <a:lnTo>
                  <a:pt x="0" y="41910"/>
                </a:lnTo>
                <a:lnTo>
                  <a:pt x="0" y="529590"/>
                </a:lnTo>
                <a:lnTo>
                  <a:pt x="2852" y="544830"/>
                </a:lnTo>
                <a:lnTo>
                  <a:pt x="10623" y="557530"/>
                </a:lnTo>
                <a:lnTo>
                  <a:pt x="22137" y="566420"/>
                </a:lnTo>
                <a:lnTo>
                  <a:pt x="36216" y="570230"/>
                </a:lnTo>
                <a:lnTo>
                  <a:pt x="349379" y="570230"/>
                </a:lnTo>
                <a:lnTo>
                  <a:pt x="363466" y="566420"/>
                </a:lnTo>
                <a:lnTo>
                  <a:pt x="374980" y="557530"/>
                </a:lnTo>
                <a:lnTo>
                  <a:pt x="380417" y="548640"/>
                </a:lnTo>
                <a:lnTo>
                  <a:pt x="28146" y="548640"/>
                </a:lnTo>
                <a:lnTo>
                  <a:pt x="21310" y="539750"/>
                </a:lnTo>
                <a:lnTo>
                  <a:pt x="21310" y="30480"/>
                </a:lnTo>
                <a:lnTo>
                  <a:pt x="28146" y="21590"/>
                </a:lnTo>
                <a:lnTo>
                  <a:pt x="304366" y="21590"/>
                </a:lnTo>
                <a:lnTo>
                  <a:pt x="285223" y="1270"/>
                </a:lnTo>
                <a:lnTo>
                  <a:pt x="282434" y="0"/>
                </a:lnTo>
                <a:close/>
              </a:path>
              <a:path w="703579" h="614679">
                <a:moveTo>
                  <a:pt x="304366" y="21590"/>
                </a:moveTo>
                <a:lnTo>
                  <a:pt x="268895" y="21590"/>
                </a:lnTo>
                <a:lnTo>
                  <a:pt x="268895" y="118110"/>
                </a:lnTo>
                <a:lnTo>
                  <a:pt x="273658" y="123190"/>
                </a:lnTo>
                <a:lnTo>
                  <a:pt x="364291" y="123190"/>
                </a:lnTo>
                <a:lnTo>
                  <a:pt x="364291" y="143510"/>
                </a:lnTo>
                <a:lnTo>
                  <a:pt x="306388" y="157480"/>
                </a:lnTo>
                <a:lnTo>
                  <a:pt x="255549" y="193040"/>
                </a:lnTo>
                <a:lnTo>
                  <a:pt x="228110" y="229870"/>
                </a:lnTo>
                <a:lnTo>
                  <a:pt x="211647" y="270510"/>
                </a:lnTo>
                <a:lnTo>
                  <a:pt x="206159" y="313690"/>
                </a:lnTo>
                <a:lnTo>
                  <a:pt x="211647" y="356870"/>
                </a:lnTo>
                <a:lnTo>
                  <a:pt x="228110" y="398780"/>
                </a:lnTo>
                <a:lnTo>
                  <a:pt x="255549" y="434340"/>
                </a:lnTo>
                <a:lnTo>
                  <a:pt x="306388" y="469900"/>
                </a:lnTo>
                <a:lnTo>
                  <a:pt x="364291" y="483870"/>
                </a:lnTo>
                <a:lnTo>
                  <a:pt x="364291" y="539750"/>
                </a:lnTo>
                <a:lnTo>
                  <a:pt x="357468" y="548640"/>
                </a:lnTo>
                <a:lnTo>
                  <a:pt x="380417" y="548640"/>
                </a:lnTo>
                <a:lnTo>
                  <a:pt x="382748" y="544830"/>
                </a:lnTo>
                <a:lnTo>
                  <a:pt x="385598" y="529590"/>
                </a:lnTo>
                <a:lnTo>
                  <a:pt x="385598" y="483870"/>
                </a:lnTo>
                <a:lnTo>
                  <a:pt x="408580" y="481330"/>
                </a:lnTo>
                <a:lnTo>
                  <a:pt x="431043" y="474980"/>
                </a:lnTo>
                <a:lnTo>
                  <a:pt x="452637" y="466090"/>
                </a:lnTo>
                <a:lnTo>
                  <a:pt x="460787" y="461010"/>
                </a:lnTo>
                <a:lnTo>
                  <a:pt x="352341" y="461010"/>
                </a:lnTo>
                <a:lnTo>
                  <a:pt x="308869" y="447040"/>
                </a:lnTo>
                <a:lnTo>
                  <a:pt x="270590" y="419100"/>
                </a:lnTo>
                <a:lnTo>
                  <a:pt x="242984" y="381000"/>
                </a:lnTo>
                <a:lnTo>
                  <a:pt x="229181" y="336550"/>
                </a:lnTo>
                <a:lnTo>
                  <a:pt x="229181" y="290830"/>
                </a:lnTo>
                <a:lnTo>
                  <a:pt x="242984" y="246380"/>
                </a:lnTo>
                <a:lnTo>
                  <a:pt x="270590" y="208280"/>
                </a:lnTo>
                <a:lnTo>
                  <a:pt x="308861" y="180340"/>
                </a:lnTo>
                <a:lnTo>
                  <a:pt x="352332" y="166370"/>
                </a:lnTo>
                <a:lnTo>
                  <a:pt x="459632" y="166370"/>
                </a:lnTo>
                <a:lnTo>
                  <a:pt x="455675" y="163830"/>
                </a:lnTo>
                <a:lnTo>
                  <a:pt x="465568" y="153670"/>
                </a:lnTo>
                <a:lnTo>
                  <a:pt x="435098" y="153670"/>
                </a:lnTo>
                <a:lnTo>
                  <a:pt x="422998" y="149860"/>
                </a:lnTo>
                <a:lnTo>
                  <a:pt x="398193" y="144780"/>
                </a:lnTo>
                <a:lnTo>
                  <a:pt x="385598" y="143510"/>
                </a:lnTo>
                <a:lnTo>
                  <a:pt x="385598" y="109220"/>
                </a:lnTo>
                <a:lnTo>
                  <a:pt x="384525" y="106680"/>
                </a:lnTo>
                <a:lnTo>
                  <a:pt x="379739" y="101600"/>
                </a:lnTo>
                <a:lnTo>
                  <a:pt x="290180" y="101600"/>
                </a:lnTo>
                <a:lnTo>
                  <a:pt x="290180" y="38100"/>
                </a:lnTo>
                <a:lnTo>
                  <a:pt x="319919" y="38100"/>
                </a:lnTo>
                <a:lnTo>
                  <a:pt x="304366" y="21590"/>
                </a:lnTo>
                <a:close/>
              </a:path>
              <a:path w="703579" h="614679">
                <a:moveTo>
                  <a:pt x="242353" y="458470"/>
                </a:moveTo>
                <a:lnTo>
                  <a:pt x="73465" y="458470"/>
                </a:lnTo>
                <a:lnTo>
                  <a:pt x="68682" y="463550"/>
                </a:lnTo>
                <a:lnTo>
                  <a:pt x="68682" y="474980"/>
                </a:lnTo>
                <a:lnTo>
                  <a:pt x="73465" y="480060"/>
                </a:lnTo>
                <a:lnTo>
                  <a:pt x="242353" y="480060"/>
                </a:lnTo>
                <a:lnTo>
                  <a:pt x="247138" y="474980"/>
                </a:lnTo>
                <a:lnTo>
                  <a:pt x="247138" y="463550"/>
                </a:lnTo>
                <a:lnTo>
                  <a:pt x="242353" y="458470"/>
                </a:lnTo>
                <a:close/>
              </a:path>
              <a:path w="703579" h="614679">
                <a:moveTo>
                  <a:pt x="528342" y="429260"/>
                </a:moveTo>
                <a:lnTo>
                  <a:pt x="498868" y="429260"/>
                </a:lnTo>
                <a:lnTo>
                  <a:pt x="535323" y="467360"/>
                </a:lnTo>
                <a:lnTo>
                  <a:pt x="526054" y="476250"/>
                </a:lnTo>
                <a:lnTo>
                  <a:pt x="555745" y="476250"/>
                </a:lnTo>
                <a:lnTo>
                  <a:pt x="568130" y="463550"/>
                </a:lnTo>
                <a:lnTo>
                  <a:pt x="597827" y="463550"/>
                </a:lnTo>
                <a:lnTo>
                  <a:pt x="586398" y="452120"/>
                </a:lnTo>
                <a:lnTo>
                  <a:pt x="550407" y="452120"/>
                </a:lnTo>
                <a:lnTo>
                  <a:pt x="528342" y="429260"/>
                </a:lnTo>
                <a:close/>
              </a:path>
              <a:path w="703579" h="614679">
                <a:moveTo>
                  <a:pt x="459632" y="166370"/>
                </a:moveTo>
                <a:lnTo>
                  <a:pt x="397536" y="166370"/>
                </a:lnTo>
                <a:lnTo>
                  <a:pt x="441007" y="180340"/>
                </a:lnTo>
                <a:lnTo>
                  <a:pt x="479278" y="208280"/>
                </a:lnTo>
                <a:lnTo>
                  <a:pt x="506900" y="246380"/>
                </a:lnTo>
                <a:lnTo>
                  <a:pt x="520712" y="290830"/>
                </a:lnTo>
                <a:lnTo>
                  <a:pt x="520712" y="336550"/>
                </a:lnTo>
                <a:lnTo>
                  <a:pt x="506900" y="381000"/>
                </a:lnTo>
                <a:lnTo>
                  <a:pt x="479278" y="419100"/>
                </a:lnTo>
                <a:lnTo>
                  <a:pt x="441009" y="447040"/>
                </a:lnTo>
                <a:lnTo>
                  <a:pt x="397542" y="461010"/>
                </a:lnTo>
                <a:lnTo>
                  <a:pt x="460787" y="461010"/>
                </a:lnTo>
                <a:lnTo>
                  <a:pt x="473013" y="453390"/>
                </a:lnTo>
                <a:lnTo>
                  <a:pt x="503440" y="453390"/>
                </a:lnTo>
                <a:lnTo>
                  <a:pt x="489620" y="439420"/>
                </a:lnTo>
                <a:lnTo>
                  <a:pt x="498868" y="429260"/>
                </a:lnTo>
                <a:lnTo>
                  <a:pt x="528342" y="429260"/>
                </a:lnTo>
                <a:lnTo>
                  <a:pt x="512407" y="412750"/>
                </a:lnTo>
                <a:lnTo>
                  <a:pt x="519813" y="401320"/>
                </a:lnTo>
                <a:lnTo>
                  <a:pt x="526225" y="389890"/>
                </a:lnTo>
                <a:lnTo>
                  <a:pt x="531640" y="377190"/>
                </a:lnTo>
                <a:lnTo>
                  <a:pt x="536052" y="364490"/>
                </a:lnTo>
                <a:lnTo>
                  <a:pt x="627022" y="364490"/>
                </a:lnTo>
                <a:lnTo>
                  <a:pt x="625033" y="354330"/>
                </a:lnTo>
                <a:lnTo>
                  <a:pt x="627270" y="342900"/>
                </a:lnTo>
                <a:lnTo>
                  <a:pt x="541202" y="342900"/>
                </a:lnTo>
                <a:lnTo>
                  <a:pt x="543612" y="314960"/>
                </a:lnTo>
                <a:lnTo>
                  <a:pt x="543721" y="313690"/>
                </a:lnTo>
                <a:lnTo>
                  <a:pt x="541113" y="283210"/>
                </a:lnTo>
                <a:lnTo>
                  <a:pt x="533384" y="255270"/>
                </a:lnTo>
                <a:lnTo>
                  <a:pt x="520539" y="227330"/>
                </a:lnTo>
                <a:lnTo>
                  <a:pt x="627022" y="227330"/>
                </a:lnTo>
                <a:lnTo>
                  <a:pt x="625033" y="217170"/>
                </a:lnTo>
                <a:lnTo>
                  <a:pt x="627270" y="205740"/>
                </a:lnTo>
                <a:lnTo>
                  <a:pt x="505605" y="205740"/>
                </a:lnTo>
                <a:lnTo>
                  <a:pt x="494581" y="193040"/>
                </a:lnTo>
                <a:lnTo>
                  <a:pt x="482523" y="181610"/>
                </a:lnTo>
                <a:lnTo>
                  <a:pt x="469524" y="172720"/>
                </a:lnTo>
                <a:lnTo>
                  <a:pt x="459632" y="166370"/>
                </a:lnTo>
                <a:close/>
              </a:path>
              <a:path w="703579" h="614679">
                <a:moveTo>
                  <a:pt x="568388" y="441960"/>
                </a:moveTo>
                <a:lnTo>
                  <a:pt x="560154" y="444500"/>
                </a:lnTo>
                <a:lnTo>
                  <a:pt x="552917" y="449580"/>
                </a:lnTo>
                <a:lnTo>
                  <a:pt x="550407" y="452120"/>
                </a:lnTo>
                <a:lnTo>
                  <a:pt x="586398" y="452120"/>
                </a:lnTo>
                <a:lnTo>
                  <a:pt x="583858" y="449580"/>
                </a:lnTo>
                <a:lnTo>
                  <a:pt x="576622" y="444500"/>
                </a:lnTo>
                <a:lnTo>
                  <a:pt x="568388" y="441960"/>
                </a:lnTo>
                <a:close/>
              </a:path>
              <a:path w="703579" h="614679">
                <a:moveTo>
                  <a:pt x="374934" y="180340"/>
                </a:moveTo>
                <a:lnTo>
                  <a:pt x="333329" y="187960"/>
                </a:lnTo>
                <a:lnTo>
                  <a:pt x="297214" y="205740"/>
                </a:lnTo>
                <a:lnTo>
                  <a:pt x="268746" y="234950"/>
                </a:lnTo>
                <a:lnTo>
                  <a:pt x="250083" y="271780"/>
                </a:lnTo>
                <a:lnTo>
                  <a:pt x="243383" y="313690"/>
                </a:lnTo>
                <a:lnTo>
                  <a:pt x="250085" y="355600"/>
                </a:lnTo>
                <a:lnTo>
                  <a:pt x="268752" y="392430"/>
                </a:lnTo>
                <a:lnTo>
                  <a:pt x="297223" y="421640"/>
                </a:lnTo>
                <a:lnTo>
                  <a:pt x="333338" y="440690"/>
                </a:lnTo>
                <a:lnTo>
                  <a:pt x="374934" y="447040"/>
                </a:lnTo>
                <a:lnTo>
                  <a:pt x="416541" y="440690"/>
                </a:lnTo>
                <a:lnTo>
                  <a:pt x="445437" y="425450"/>
                </a:lnTo>
                <a:lnTo>
                  <a:pt x="374953" y="425450"/>
                </a:lnTo>
                <a:lnTo>
                  <a:pt x="333466" y="417830"/>
                </a:lnTo>
                <a:lnTo>
                  <a:pt x="296982" y="392430"/>
                </a:lnTo>
                <a:lnTo>
                  <a:pt x="272746" y="355600"/>
                </a:lnTo>
                <a:lnTo>
                  <a:pt x="264668" y="313690"/>
                </a:lnTo>
                <a:lnTo>
                  <a:pt x="272746" y="271780"/>
                </a:lnTo>
                <a:lnTo>
                  <a:pt x="296982" y="234950"/>
                </a:lnTo>
                <a:lnTo>
                  <a:pt x="333472" y="210820"/>
                </a:lnTo>
                <a:lnTo>
                  <a:pt x="374953" y="201930"/>
                </a:lnTo>
                <a:lnTo>
                  <a:pt x="444921" y="201930"/>
                </a:lnTo>
                <a:lnTo>
                  <a:pt x="416541" y="187960"/>
                </a:lnTo>
                <a:lnTo>
                  <a:pt x="374934" y="180340"/>
                </a:lnTo>
                <a:close/>
              </a:path>
              <a:path w="703579" h="614679">
                <a:moveTo>
                  <a:pt x="444921" y="201930"/>
                </a:moveTo>
                <a:lnTo>
                  <a:pt x="374953" y="201930"/>
                </a:lnTo>
                <a:lnTo>
                  <a:pt x="416429" y="210820"/>
                </a:lnTo>
                <a:lnTo>
                  <a:pt x="452907" y="234950"/>
                </a:lnTo>
                <a:lnTo>
                  <a:pt x="477143" y="271780"/>
                </a:lnTo>
                <a:lnTo>
                  <a:pt x="485221" y="313690"/>
                </a:lnTo>
                <a:lnTo>
                  <a:pt x="477143" y="355600"/>
                </a:lnTo>
                <a:lnTo>
                  <a:pt x="452908" y="392430"/>
                </a:lnTo>
                <a:lnTo>
                  <a:pt x="416436" y="417830"/>
                </a:lnTo>
                <a:lnTo>
                  <a:pt x="374953" y="425450"/>
                </a:lnTo>
                <a:lnTo>
                  <a:pt x="445437" y="425450"/>
                </a:lnTo>
                <a:lnTo>
                  <a:pt x="452661" y="421640"/>
                </a:lnTo>
                <a:lnTo>
                  <a:pt x="481135" y="392430"/>
                </a:lnTo>
                <a:lnTo>
                  <a:pt x="499804" y="355600"/>
                </a:lnTo>
                <a:lnTo>
                  <a:pt x="506506" y="313690"/>
                </a:lnTo>
                <a:lnTo>
                  <a:pt x="499804" y="271780"/>
                </a:lnTo>
                <a:lnTo>
                  <a:pt x="481135" y="234950"/>
                </a:lnTo>
                <a:lnTo>
                  <a:pt x="452661" y="205740"/>
                </a:lnTo>
                <a:lnTo>
                  <a:pt x="444921" y="201930"/>
                </a:lnTo>
                <a:close/>
              </a:path>
              <a:path w="703579" h="614679">
                <a:moveTo>
                  <a:pt x="627022" y="364490"/>
                </a:moveTo>
                <a:lnTo>
                  <a:pt x="604885" y="364490"/>
                </a:lnTo>
                <a:lnTo>
                  <a:pt x="611188" y="381000"/>
                </a:lnTo>
                <a:lnTo>
                  <a:pt x="622088" y="393700"/>
                </a:lnTo>
                <a:lnTo>
                  <a:pt x="636538" y="401320"/>
                </a:lnTo>
                <a:lnTo>
                  <a:pt x="653485" y="403860"/>
                </a:lnTo>
                <a:lnTo>
                  <a:pt x="672836" y="400050"/>
                </a:lnTo>
                <a:lnTo>
                  <a:pt x="688631" y="389890"/>
                </a:lnTo>
                <a:lnTo>
                  <a:pt x="693544" y="382270"/>
                </a:lnTo>
                <a:lnTo>
                  <a:pt x="653485" y="382270"/>
                </a:lnTo>
                <a:lnTo>
                  <a:pt x="642413" y="381000"/>
                </a:lnTo>
                <a:lnTo>
                  <a:pt x="633369" y="374650"/>
                </a:lnTo>
                <a:lnTo>
                  <a:pt x="627270" y="365760"/>
                </a:lnTo>
                <a:lnTo>
                  <a:pt x="627022" y="364490"/>
                </a:lnTo>
                <a:close/>
              </a:path>
              <a:path w="703579" h="614679">
                <a:moveTo>
                  <a:pt x="180027" y="377190"/>
                </a:moveTo>
                <a:lnTo>
                  <a:pt x="73467" y="377190"/>
                </a:lnTo>
                <a:lnTo>
                  <a:pt x="68684" y="382270"/>
                </a:lnTo>
                <a:lnTo>
                  <a:pt x="68684" y="393700"/>
                </a:lnTo>
                <a:lnTo>
                  <a:pt x="73465" y="398780"/>
                </a:lnTo>
                <a:lnTo>
                  <a:pt x="180027" y="398780"/>
                </a:lnTo>
                <a:lnTo>
                  <a:pt x="184793" y="393700"/>
                </a:lnTo>
                <a:lnTo>
                  <a:pt x="184793" y="382270"/>
                </a:lnTo>
                <a:lnTo>
                  <a:pt x="180027" y="377190"/>
                </a:lnTo>
                <a:close/>
              </a:path>
              <a:path w="703579" h="614679">
                <a:moveTo>
                  <a:pt x="304491" y="306070"/>
                </a:moveTo>
                <a:lnTo>
                  <a:pt x="295522" y="313690"/>
                </a:lnTo>
                <a:lnTo>
                  <a:pt x="294965" y="321310"/>
                </a:lnTo>
                <a:lnTo>
                  <a:pt x="347512" y="383540"/>
                </a:lnTo>
                <a:lnTo>
                  <a:pt x="355129" y="383540"/>
                </a:lnTo>
                <a:lnTo>
                  <a:pt x="379692" y="355600"/>
                </a:lnTo>
                <a:lnTo>
                  <a:pt x="351610" y="355600"/>
                </a:lnTo>
                <a:lnTo>
                  <a:pt x="311207" y="307340"/>
                </a:lnTo>
                <a:lnTo>
                  <a:pt x="304491" y="306070"/>
                </a:lnTo>
                <a:close/>
              </a:path>
              <a:path w="703579" h="614679">
                <a:moveTo>
                  <a:pt x="693067" y="325120"/>
                </a:moveTo>
                <a:lnTo>
                  <a:pt x="653485" y="325120"/>
                </a:lnTo>
                <a:lnTo>
                  <a:pt x="664519" y="327660"/>
                </a:lnTo>
                <a:lnTo>
                  <a:pt x="673544" y="334010"/>
                </a:lnTo>
                <a:lnTo>
                  <a:pt x="679636" y="342900"/>
                </a:lnTo>
                <a:lnTo>
                  <a:pt x="681872" y="354330"/>
                </a:lnTo>
                <a:lnTo>
                  <a:pt x="679636" y="365760"/>
                </a:lnTo>
                <a:lnTo>
                  <a:pt x="673544" y="374650"/>
                </a:lnTo>
                <a:lnTo>
                  <a:pt x="664519" y="381000"/>
                </a:lnTo>
                <a:lnTo>
                  <a:pt x="653485" y="382270"/>
                </a:lnTo>
                <a:lnTo>
                  <a:pt x="693544" y="382270"/>
                </a:lnTo>
                <a:lnTo>
                  <a:pt x="699276" y="373380"/>
                </a:lnTo>
                <a:lnTo>
                  <a:pt x="703179" y="354330"/>
                </a:lnTo>
                <a:lnTo>
                  <a:pt x="699276" y="334010"/>
                </a:lnTo>
                <a:lnTo>
                  <a:pt x="693067" y="325120"/>
                </a:lnTo>
                <a:close/>
              </a:path>
              <a:path w="703579" h="614679">
                <a:moveTo>
                  <a:pt x="444690" y="255270"/>
                </a:moveTo>
                <a:lnTo>
                  <a:pt x="437952" y="256540"/>
                </a:lnTo>
                <a:lnTo>
                  <a:pt x="434068" y="260350"/>
                </a:lnTo>
                <a:lnTo>
                  <a:pt x="351610" y="355600"/>
                </a:lnTo>
                <a:lnTo>
                  <a:pt x="379692" y="355600"/>
                </a:lnTo>
                <a:lnTo>
                  <a:pt x="450032" y="275590"/>
                </a:lnTo>
                <a:lnTo>
                  <a:pt x="453916" y="270510"/>
                </a:lnTo>
                <a:lnTo>
                  <a:pt x="453508" y="264160"/>
                </a:lnTo>
                <a:lnTo>
                  <a:pt x="444690" y="255270"/>
                </a:lnTo>
                <a:close/>
              </a:path>
              <a:path w="703579" h="614679">
                <a:moveTo>
                  <a:pt x="653485" y="303530"/>
                </a:moveTo>
                <a:lnTo>
                  <a:pt x="636537" y="307340"/>
                </a:lnTo>
                <a:lnTo>
                  <a:pt x="622088" y="314960"/>
                </a:lnTo>
                <a:lnTo>
                  <a:pt x="611188" y="327660"/>
                </a:lnTo>
                <a:lnTo>
                  <a:pt x="604885" y="342900"/>
                </a:lnTo>
                <a:lnTo>
                  <a:pt x="627270" y="342900"/>
                </a:lnTo>
                <a:lnTo>
                  <a:pt x="633369" y="334010"/>
                </a:lnTo>
                <a:lnTo>
                  <a:pt x="642413" y="327660"/>
                </a:lnTo>
                <a:lnTo>
                  <a:pt x="653485" y="325120"/>
                </a:lnTo>
                <a:lnTo>
                  <a:pt x="693067" y="325120"/>
                </a:lnTo>
                <a:lnTo>
                  <a:pt x="688631" y="318770"/>
                </a:lnTo>
                <a:lnTo>
                  <a:pt x="672836" y="307340"/>
                </a:lnTo>
                <a:lnTo>
                  <a:pt x="653485" y="303530"/>
                </a:lnTo>
                <a:close/>
              </a:path>
              <a:path w="703579" h="614679">
                <a:moveTo>
                  <a:pt x="168846" y="295910"/>
                </a:moveTo>
                <a:lnTo>
                  <a:pt x="73467" y="295910"/>
                </a:lnTo>
                <a:lnTo>
                  <a:pt x="68684" y="300990"/>
                </a:lnTo>
                <a:lnTo>
                  <a:pt x="68684" y="313690"/>
                </a:lnTo>
                <a:lnTo>
                  <a:pt x="73465" y="317500"/>
                </a:lnTo>
                <a:lnTo>
                  <a:pt x="168846" y="317500"/>
                </a:lnTo>
                <a:lnTo>
                  <a:pt x="173612" y="313690"/>
                </a:lnTo>
                <a:lnTo>
                  <a:pt x="173612" y="300990"/>
                </a:lnTo>
                <a:lnTo>
                  <a:pt x="168846" y="295910"/>
                </a:lnTo>
                <a:close/>
              </a:path>
              <a:path w="703579" h="614679">
                <a:moveTo>
                  <a:pt x="627022" y="227330"/>
                </a:moveTo>
                <a:lnTo>
                  <a:pt x="604821" y="227330"/>
                </a:lnTo>
                <a:lnTo>
                  <a:pt x="611064" y="243840"/>
                </a:lnTo>
                <a:lnTo>
                  <a:pt x="621968" y="256540"/>
                </a:lnTo>
                <a:lnTo>
                  <a:pt x="636464" y="264160"/>
                </a:lnTo>
                <a:lnTo>
                  <a:pt x="653485" y="267970"/>
                </a:lnTo>
                <a:lnTo>
                  <a:pt x="672836" y="264160"/>
                </a:lnTo>
                <a:lnTo>
                  <a:pt x="688631" y="252730"/>
                </a:lnTo>
                <a:lnTo>
                  <a:pt x="692725" y="246380"/>
                </a:lnTo>
                <a:lnTo>
                  <a:pt x="653485" y="246380"/>
                </a:lnTo>
                <a:lnTo>
                  <a:pt x="642413" y="243840"/>
                </a:lnTo>
                <a:lnTo>
                  <a:pt x="633369" y="237490"/>
                </a:lnTo>
                <a:lnTo>
                  <a:pt x="627270" y="228600"/>
                </a:lnTo>
                <a:lnTo>
                  <a:pt x="627022" y="227330"/>
                </a:lnTo>
                <a:close/>
              </a:path>
              <a:path w="703579" h="614679">
                <a:moveTo>
                  <a:pt x="692725" y="187960"/>
                </a:moveTo>
                <a:lnTo>
                  <a:pt x="653485" y="187960"/>
                </a:lnTo>
                <a:lnTo>
                  <a:pt x="664519" y="190500"/>
                </a:lnTo>
                <a:lnTo>
                  <a:pt x="673544" y="196850"/>
                </a:lnTo>
                <a:lnTo>
                  <a:pt x="679636" y="205740"/>
                </a:lnTo>
                <a:lnTo>
                  <a:pt x="681872" y="217170"/>
                </a:lnTo>
                <a:lnTo>
                  <a:pt x="679636" y="228600"/>
                </a:lnTo>
                <a:lnTo>
                  <a:pt x="673544" y="237490"/>
                </a:lnTo>
                <a:lnTo>
                  <a:pt x="664519" y="243840"/>
                </a:lnTo>
                <a:lnTo>
                  <a:pt x="653485" y="246380"/>
                </a:lnTo>
                <a:lnTo>
                  <a:pt x="692725" y="246380"/>
                </a:lnTo>
                <a:lnTo>
                  <a:pt x="699276" y="236220"/>
                </a:lnTo>
                <a:lnTo>
                  <a:pt x="703179" y="217170"/>
                </a:lnTo>
                <a:lnTo>
                  <a:pt x="699276" y="198120"/>
                </a:lnTo>
                <a:lnTo>
                  <a:pt x="692725" y="187960"/>
                </a:lnTo>
                <a:close/>
              </a:path>
              <a:path w="703579" h="614679">
                <a:moveTo>
                  <a:pt x="180568" y="215900"/>
                </a:moveTo>
                <a:lnTo>
                  <a:pt x="73467" y="215900"/>
                </a:lnTo>
                <a:lnTo>
                  <a:pt x="68684" y="219710"/>
                </a:lnTo>
                <a:lnTo>
                  <a:pt x="68684" y="232410"/>
                </a:lnTo>
                <a:lnTo>
                  <a:pt x="73465" y="237490"/>
                </a:lnTo>
                <a:lnTo>
                  <a:pt x="180568" y="237490"/>
                </a:lnTo>
                <a:lnTo>
                  <a:pt x="185325" y="232410"/>
                </a:lnTo>
                <a:lnTo>
                  <a:pt x="185325" y="219710"/>
                </a:lnTo>
                <a:lnTo>
                  <a:pt x="180568" y="215900"/>
                </a:lnTo>
                <a:close/>
              </a:path>
              <a:path w="703579" h="614679">
                <a:moveTo>
                  <a:pt x="653485" y="166370"/>
                </a:moveTo>
                <a:lnTo>
                  <a:pt x="636623" y="170180"/>
                </a:lnTo>
                <a:lnTo>
                  <a:pt x="622225" y="177800"/>
                </a:lnTo>
                <a:lnTo>
                  <a:pt x="611323" y="190500"/>
                </a:lnTo>
                <a:lnTo>
                  <a:pt x="604950" y="205740"/>
                </a:lnTo>
                <a:lnTo>
                  <a:pt x="627270" y="205740"/>
                </a:lnTo>
                <a:lnTo>
                  <a:pt x="633369" y="196850"/>
                </a:lnTo>
                <a:lnTo>
                  <a:pt x="642413" y="190500"/>
                </a:lnTo>
                <a:lnTo>
                  <a:pt x="653485" y="187960"/>
                </a:lnTo>
                <a:lnTo>
                  <a:pt x="692725" y="187960"/>
                </a:lnTo>
                <a:lnTo>
                  <a:pt x="688631" y="181610"/>
                </a:lnTo>
                <a:lnTo>
                  <a:pt x="672836" y="171450"/>
                </a:lnTo>
                <a:lnTo>
                  <a:pt x="653485" y="166370"/>
                </a:lnTo>
                <a:close/>
              </a:path>
              <a:path w="703579" h="614679">
                <a:moveTo>
                  <a:pt x="242374" y="134620"/>
                </a:moveTo>
                <a:lnTo>
                  <a:pt x="73467" y="134620"/>
                </a:lnTo>
                <a:lnTo>
                  <a:pt x="68684" y="139700"/>
                </a:lnTo>
                <a:lnTo>
                  <a:pt x="68684" y="151130"/>
                </a:lnTo>
                <a:lnTo>
                  <a:pt x="73465" y="156210"/>
                </a:lnTo>
                <a:lnTo>
                  <a:pt x="242374" y="156210"/>
                </a:lnTo>
                <a:lnTo>
                  <a:pt x="247138" y="151130"/>
                </a:lnTo>
                <a:lnTo>
                  <a:pt x="247138" y="139700"/>
                </a:lnTo>
                <a:lnTo>
                  <a:pt x="242374" y="134620"/>
                </a:lnTo>
                <a:close/>
              </a:path>
              <a:path w="703579" h="614679">
                <a:moveTo>
                  <a:pt x="653485" y="30480"/>
                </a:moveTo>
                <a:lnTo>
                  <a:pt x="636540" y="33020"/>
                </a:lnTo>
                <a:lnTo>
                  <a:pt x="622096" y="41910"/>
                </a:lnTo>
                <a:lnTo>
                  <a:pt x="611197" y="53340"/>
                </a:lnTo>
                <a:lnTo>
                  <a:pt x="604885" y="69850"/>
                </a:lnTo>
                <a:lnTo>
                  <a:pt x="518844" y="69850"/>
                </a:lnTo>
                <a:lnTo>
                  <a:pt x="516119" y="71120"/>
                </a:lnTo>
                <a:lnTo>
                  <a:pt x="514102" y="72390"/>
                </a:lnTo>
                <a:lnTo>
                  <a:pt x="435098" y="153670"/>
                </a:lnTo>
                <a:lnTo>
                  <a:pt x="465568" y="153670"/>
                </a:lnTo>
                <a:lnTo>
                  <a:pt x="526161" y="91440"/>
                </a:lnTo>
                <a:lnTo>
                  <a:pt x="627270" y="91440"/>
                </a:lnTo>
                <a:lnTo>
                  <a:pt x="625033" y="80010"/>
                </a:lnTo>
                <a:lnTo>
                  <a:pt x="627270" y="69850"/>
                </a:lnTo>
                <a:lnTo>
                  <a:pt x="633369" y="59690"/>
                </a:lnTo>
                <a:lnTo>
                  <a:pt x="642413" y="53340"/>
                </a:lnTo>
                <a:lnTo>
                  <a:pt x="653485" y="52070"/>
                </a:lnTo>
                <a:lnTo>
                  <a:pt x="693544" y="52070"/>
                </a:lnTo>
                <a:lnTo>
                  <a:pt x="688631" y="44450"/>
                </a:lnTo>
                <a:lnTo>
                  <a:pt x="672836" y="34290"/>
                </a:lnTo>
                <a:lnTo>
                  <a:pt x="653485" y="30480"/>
                </a:lnTo>
                <a:close/>
              </a:path>
              <a:path w="703579" h="614679">
                <a:moveTo>
                  <a:pt x="627270" y="91440"/>
                </a:moveTo>
                <a:lnTo>
                  <a:pt x="604885" y="91440"/>
                </a:lnTo>
                <a:lnTo>
                  <a:pt x="611197" y="106680"/>
                </a:lnTo>
                <a:lnTo>
                  <a:pt x="622096" y="119380"/>
                </a:lnTo>
                <a:lnTo>
                  <a:pt x="636540" y="128270"/>
                </a:lnTo>
                <a:lnTo>
                  <a:pt x="653485" y="130810"/>
                </a:lnTo>
                <a:lnTo>
                  <a:pt x="672836" y="127000"/>
                </a:lnTo>
                <a:lnTo>
                  <a:pt x="688631" y="115570"/>
                </a:lnTo>
                <a:lnTo>
                  <a:pt x="693066" y="109220"/>
                </a:lnTo>
                <a:lnTo>
                  <a:pt x="653485" y="109220"/>
                </a:lnTo>
                <a:lnTo>
                  <a:pt x="642413" y="106680"/>
                </a:lnTo>
                <a:lnTo>
                  <a:pt x="633369" y="100330"/>
                </a:lnTo>
                <a:lnTo>
                  <a:pt x="627270" y="91440"/>
                </a:lnTo>
                <a:close/>
              </a:path>
              <a:path w="703579" h="614679">
                <a:moveTo>
                  <a:pt x="693544" y="52070"/>
                </a:moveTo>
                <a:lnTo>
                  <a:pt x="653485" y="52070"/>
                </a:lnTo>
                <a:lnTo>
                  <a:pt x="664519" y="53340"/>
                </a:lnTo>
                <a:lnTo>
                  <a:pt x="673544" y="59690"/>
                </a:lnTo>
                <a:lnTo>
                  <a:pt x="679636" y="69850"/>
                </a:lnTo>
                <a:lnTo>
                  <a:pt x="681872" y="80010"/>
                </a:lnTo>
                <a:lnTo>
                  <a:pt x="679636" y="91440"/>
                </a:lnTo>
                <a:lnTo>
                  <a:pt x="673544" y="100330"/>
                </a:lnTo>
                <a:lnTo>
                  <a:pt x="664519" y="106680"/>
                </a:lnTo>
                <a:lnTo>
                  <a:pt x="653485" y="109220"/>
                </a:lnTo>
                <a:lnTo>
                  <a:pt x="693066" y="109220"/>
                </a:lnTo>
                <a:lnTo>
                  <a:pt x="699276" y="100330"/>
                </a:lnTo>
                <a:lnTo>
                  <a:pt x="703179" y="80010"/>
                </a:lnTo>
                <a:lnTo>
                  <a:pt x="699276" y="60960"/>
                </a:lnTo>
                <a:lnTo>
                  <a:pt x="693544" y="52070"/>
                </a:lnTo>
                <a:close/>
              </a:path>
              <a:path w="703579" h="614679">
                <a:moveTo>
                  <a:pt x="319919" y="38100"/>
                </a:moveTo>
                <a:lnTo>
                  <a:pt x="290180" y="38100"/>
                </a:lnTo>
                <a:lnTo>
                  <a:pt x="349980" y="101600"/>
                </a:lnTo>
                <a:lnTo>
                  <a:pt x="379739" y="101600"/>
                </a:lnTo>
                <a:lnTo>
                  <a:pt x="319919" y="3810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1960" y="4861503"/>
            <a:ext cx="905808" cy="469028"/>
          </a:xfrm>
          <a:prstGeom prst="rect">
            <a:avLst/>
          </a:prstGeom>
        </p:spPr>
      </p:pic>
      <p:sp>
        <p:nvSpPr>
          <p:cNvPr id="9" name="object 9" descr=""/>
          <p:cNvSpPr/>
          <p:nvPr/>
        </p:nvSpPr>
        <p:spPr>
          <a:xfrm>
            <a:off x="3143643" y="7591704"/>
            <a:ext cx="666115" cy="666750"/>
          </a:xfrm>
          <a:custGeom>
            <a:avLst/>
            <a:gdLst/>
            <a:ahLst/>
            <a:cxnLst/>
            <a:rect l="l" t="t" r="r" b="b"/>
            <a:pathLst>
              <a:path w="666114" h="666750">
                <a:moveTo>
                  <a:pt x="313410" y="634923"/>
                </a:moveTo>
                <a:lnTo>
                  <a:pt x="292595" y="605751"/>
                </a:lnTo>
                <a:lnTo>
                  <a:pt x="292595" y="629170"/>
                </a:lnTo>
                <a:lnTo>
                  <a:pt x="292595" y="640676"/>
                </a:lnTo>
                <a:lnTo>
                  <a:pt x="287921" y="645350"/>
                </a:lnTo>
                <a:lnTo>
                  <a:pt x="276453" y="645350"/>
                </a:lnTo>
                <a:lnTo>
                  <a:pt x="271780" y="640676"/>
                </a:lnTo>
                <a:lnTo>
                  <a:pt x="271780" y="629170"/>
                </a:lnTo>
                <a:lnTo>
                  <a:pt x="276453" y="624484"/>
                </a:lnTo>
                <a:lnTo>
                  <a:pt x="282181" y="624484"/>
                </a:lnTo>
                <a:lnTo>
                  <a:pt x="287921" y="624484"/>
                </a:lnTo>
                <a:lnTo>
                  <a:pt x="292595" y="629170"/>
                </a:lnTo>
                <a:lnTo>
                  <a:pt x="292595" y="605751"/>
                </a:lnTo>
                <a:lnTo>
                  <a:pt x="292595" y="330809"/>
                </a:lnTo>
                <a:lnTo>
                  <a:pt x="291490" y="328168"/>
                </a:lnTo>
                <a:lnTo>
                  <a:pt x="246227" y="282790"/>
                </a:lnTo>
                <a:lnTo>
                  <a:pt x="246227" y="227634"/>
                </a:lnTo>
                <a:lnTo>
                  <a:pt x="267042" y="198450"/>
                </a:lnTo>
                <a:lnTo>
                  <a:pt x="264934" y="188010"/>
                </a:lnTo>
                <a:lnTo>
                  <a:pt x="264579" y="186283"/>
                </a:lnTo>
                <a:lnTo>
                  <a:pt x="257886" y="176326"/>
                </a:lnTo>
                <a:lnTo>
                  <a:pt x="247967" y="169621"/>
                </a:lnTo>
                <a:lnTo>
                  <a:pt x="246227" y="169278"/>
                </a:lnTo>
                <a:lnTo>
                  <a:pt x="246227" y="192697"/>
                </a:lnTo>
                <a:lnTo>
                  <a:pt x="246227" y="204190"/>
                </a:lnTo>
                <a:lnTo>
                  <a:pt x="241566" y="208876"/>
                </a:lnTo>
                <a:lnTo>
                  <a:pt x="230085" y="208876"/>
                </a:lnTo>
                <a:lnTo>
                  <a:pt x="225412" y="204190"/>
                </a:lnTo>
                <a:lnTo>
                  <a:pt x="225412" y="192697"/>
                </a:lnTo>
                <a:lnTo>
                  <a:pt x="230085" y="188010"/>
                </a:lnTo>
                <a:lnTo>
                  <a:pt x="241566" y="188010"/>
                </a:lnTo>
                <a:lnTo>
                  <a:pt x="246227" y="192697"/>
                </a:lnTo>
                <a:lnTo>
                  <a:pt x="246227" y="169278"/>
                </a:lnTo>
                <a:lnTo>
                  <a:pt x="207073" y="186283"/>
                </a:lnTo>
                <a:lnTo>
                  <a:pt x="204609" y="198450"/>
                </a:lnTo>
                <a:lnTo>
                  <a:pt x="207073" y="210616"/>
                </a:lnTo>
                <a:lnTo>
                  <a:pt x="213766" y="220560"/>
                </a:lnTo>
                <a:lnTo>
                  <a:pt x="223685" y="227279"/>
                </a:lnTo>
                <a:lnTo>
                  <a:pt x="225412" y="227634"/>
                </a:lnTo>
                <a:lnTo>
                  <a:pt x="225412" y="289877"/>
                </a:lnTo>
                <a:lnTo>
                  <a:pt x="226517" y="292519"/>
                </a:lnTo>
                <a:lnTo>
                  <a:pt x="271780" y="337896"/>
                </a:lnTo>
                <a:lnTo>
                  <a:pt x="271780" y="605751"/>
                </a:lnTo>
                <a:lnTo>
                  <a:pt x="270052" y="606094"/>
                </a:lnTo>
                <a:lnTo>
                  <a:pt x="260121" y="612800"/>
                </a:lnTo>
                <a:lnTo>
                  <a:pt x="253428" y="622757"/>
                </a:lnTo>
                <a:lnTo>
                  <a:pt x="250964" y="634923"/>
                </a:lnTo>
                <a:lnTo>
                  <a:pt x="253428" y="647090"/>
                </a:lnTo>
                <a:lnTo>
                  <a:pt x="260121" y="657047"/>
                </a:lnTo>
                <a:lnTo>
                  <a:pt x="270052" y="663752"/>
                </a:lnTo>
                <a:lnTo>
                  <a:pt x="282181" y="666216"/>
                </a:lnTo>
                <a:lnTo>
                  <a:pt x="294322" y="663752"/>
                </a:lnTo>
                <a:lnTo>
                  <a:pt x="304253" y="657047"/>
                </a:lnTo>
                <a:lnTo>
                  <a:pt x="310946" y="647090"/>
                </a:lnTo>
                <a:lnTo>
                  <a:pt x="311302" y="645350"/>
                </a:lnTo>
                <a:lnTo>
                  <a:pt x="313410" y="634923"/>
                </a:lnTo>
                <a:close/>
              </a:path>
              <a:path w="666114" h="666750">
                <a:moveTo>
                  <a:pt x="476516" y="198450"/>
                </a:moveTo>
                <a:lnTo>
                  <a:pt x="474408" y="188010"/>
                </a:lnTo>
                <a:lnTo>
                  <a:pt x="474065" y="186283"/>
                </a:lnTo>
                <a:lnTo>
                  <a:pt x="467372" y="176326"/>
                </a:lnTo>
                <a:lnTo>
                  <a:pt x="457441" y="169621"/>
                </a:lnTo>
                <a:lnTo>
                  <a:pt x="455714" y="169278"/>
                </a:lnTo>
                <a:lnTo>
                  <a:pt x="455714" y="192697"/>
                </a:lnTo>
                <a:lnTo>
                  <a:pt x="455714" y="204190"/>
                </a:lnTo>
                <a:lnTo>
                  <a:pt x="451040" y="208876"/>
                </a:lnTo>
                <a:lnTo>
                  <a:pt x="439572" y="208876"/>
                </a:lnTo>
                <a:lnTo>
                  <a:pt x="434898" y="204190"/>
                </a:lnTo>
                <a:lnTo>
                  <a:pt x="434898" y="202780"/>
                </a:lnTo>
                <a:lnTo>
                  <a:pt x="435914" y="201752"/>
                </a:lnTo>
                <a:lnTo>
                  <a:pt x="435914" y="195148"/>
                </a:lnTo>
                <a:lnTo>
                  <a:pt x="434898" y="194132"/>
                </a:lnTo>
                <a:lnTo>
                  <a:pt x="434898" y="192697"/>
                </a:lnTo>
                <a:lnTo>
                  <a:pt x="439572" y="188010"/>
                </a:lnTo>
                <a:lnTo>
                  <a:pt x="451040" y="188010"/>
                </a:lnTo>
                <a:lnTo>
                  <a:pt x="455714" y="192697"/>
                </a:lnTo>
                <a:lnTo>
                  <a:pt x="455714" y="169278"/>
                </a:lnTo>
                <a:lnTo>
                  <a:pt x="416547" y="186283"/>
                </a:lnTo>
                <a:lnTo>
                  <a:pt x="415175" y="193027"/>
                </a:lnTo>
                <a:lnTo>
                  <a:pt x="374421" y="233895"/>
                </a:lnTo>
                <a:lnTo>
                  <a:pt x="373316" y="236550"/>
                </a:lnTo>
                <a:lnTo>
                  <a:pt x="373316" y="438467"/>
                </a:lnTo>
                <a:lnTo>
                  <a:pt x="371589" y="438810"/>
                </a:lnTo>
                <a:lnTo>
                  <a:pt x="361657" y="445516"/>
                </a:lnTo>
                <a:lnTo>
                  <a:pt x="354965" y="455460"/>
                </a:lnTo>
                <a:lnTo>
                  <a:pt x="352501" y="467639"/>
                </a:lnTo>
                <a:lnTo>
                  <a:pt x="354965" y="479806"/>
                </a:lnTo>
                <a:lnTo>
                  <a:pt x="361657" y="489750"/>
                </a:lnTo>
                <a:lnTo>
                  <a:pt x="371589" y="496468"/>
                </a:lnTo>
                <a:lnTo>
                  <a:pt x="383730" y="498932"/>
                </a:lnTo>
                <a:lnTo>
                  <a:pt x="395871" y="496468"/>
                </a:lnTo>
                <a:lnTo>
                  <a:pt x="405790" y="489750"/>
                </a:lnTo>
                <a:lnTo>
                  <a:pt x="412483" y="479806"/>
                </a:lnTo>
                <a:lnTo>
                  <a:pt x="412838" y="478066"/>
                </a:lnTo>
                <a:lnTo>
                  <a:pt x="414947" y="467639"/>
                </a:lnTo>
                <a:lnTo>
                  <a:pt x="412838" y="457200"/>
                </a:lnTo>
                <a:lnTo>
                  <a:pt x="412483" y="455460"/>
                </a:lnTo>
                <a:lnTo>
                  <a:pt x="405790" y="445516"/>
                </a:lnTo>
                <a:lnTo>
                  <a:pt x="395871" y="438810"/>
                </a:lnTo>
                <a:lnTo>
                  <a:pt x="394131" y="438467"/>
                </a:lnTo>
                <a:lnTo>
                  <a:pt x="394131" y="461886"/>
                </a:lnTo>
                <a:lnTo>
                  <a:pt x="394131" y="473379"/>
                </a:lnTo>
                <a:lnTo>
                  <a:pt x="389458" y="478066"/>
                </a:lnTo>
                <a:lnTo>
                  <a:pt x="377977" y="478066"/>
                </a:lnTo>
                <a:lnTo>
                  <a:pt x="373316" y="473379"/>
                </a:lnTo>
                <a:lnTo>
                  <a:pt x="373316" y="461886"/>
                </a:lnTo>
                <a:lnTo>
                  <a:pt x="377977" y="457200"/>
                </a:lnTo>
                <a:lnTo>
                  <a:pt x="383730" y="457200"/>
                </a:lnTo>
                <a:lnTo>
                  <a:pt x="389458" y="457200"/>
                </a:lnTo>
                <a:lnTo>
                  <a:pt x="394131" y="461886"/>
                </a:lnTo>
                <a:lnTo>
                  <a:pt x="394131" y="438467"/>
                </a:lnTo>
                <a:lnTo>
                  <a:pt x="394131" y="243636"/>
                </a:lnTo>
                <a:lnTo>
                  <a:pt x="420776" y="216928"/>
                </a:lnTo>
                <a:lnTo>
                  <a:pt x="423240" y="220560"/>
                </a:lnTo>
                <a:lnTo>
                  <a:pt x="433158" y="227279"/>
                </a:lnTo>
                <a:lnTo>
                  <a:pt x="445300" y="229743"/>
                </a:lnTo>
                <a:lnTo>
                  <a:pt x="457441" y="227279"/>
                </a:lnTo>
                <a:lnTo>
                  <a:pt x="467372" y="220560"/>
                </a:lnTo>
                <a:lnTo>
                  <a:pt x="474065" y="210616"/>
                </a:lnTo>
                <a:lnTo>
                  <a:pt x="474408" y="208876"/>
                </a:lnTo>
                <a:lnTo>
                  <a:pt x="476516" y="198450"/>
                </a:lnTo>
                <a:close/>
              </a:path>
              <a:path w="666114" h="666750">
                <a:moveTo>
                  <a:pt x="665975" y="293763"/>
                </a:moveTo>
                <a:lnTo>
                  <a:pt x="655510" y="252361"/>
                </a:lnTo>
                <a:lnTo>
                  <a:pt x="627634" y="221653"/>
                </a:lnTo>
                <a:lnTo>
                  <a:pt x="587895" y="207302"/>
                </a:lnTo>
                <a:lnTo>
                  <a:pt x="579183" y="206870"/>
                </a:lnTo>
                <a:lnTo>
                  <a:pt x="577608" y="206870"/>
                </a:lnTo>
                <a:lnTo>
                  <a:pt x="576046" y="206908"/>
                </a:lnTo>
                <a:lnTo>
                  <a:pt x="574484" y="206997"/>
                </a:lnTo>
                <a:lnTo>
                  <a:pt x="569150" y="186766"/>
                </a:lnTo>
                <a:lnTo>
                  <a:pt x="549173" y="150368"/>
                </a:lnTo>
                <a:lnTo>
                  <a:pt x="515912" y="120472"/>
                </a:lnTo>
                <a:lnTo>
                  <a:pt x="472135" y="103403"/>
                </a:lnTo>
                <a:lnTo>
                  <a:pt x="448398" y="101193"/>
                </a:lnTo>
                <a:lnTo>
                  <a:pt x="442239" y="101193"/>
                </a:lnTo>
                <a:lnTo>
                  <a:pt x="436029" y="101663"/>
                </a:lnTo>
                <a:lnTo>
                  <a:pt x="429844" y="102603"/>
                </a:lnTo>
                <a:lnTo>
                  <a:pt x="426135" y="93268"/>
                </a:lnTo>
                <a:lnTo>
                  <a:pt x="404139" y="57137"/>
                </a:lnTo>
                <a:lnTo>
                  <a:pt x="367677" y="24498"/>
                </a:lnTo>
                <a:lnTo>
                  <a:pt x="322211" y="4724"/>
                </a:lnTo>
                <a:lnTo>
                  <a:pt x="284187" y="0"/>
                </a:lnTo>
                <a:lnTo>
                  <a:pt x="268617" y="774"/>
                </a:lnTo>
                <a:lnTo>
                  <a:pt x="223837" y="12217"/>
                </a:lnTo>
                <a:lnTo>
                  <a:pt x="185686" y="35394"/>
                </a:lnTo>
                <a:lnTo>
                  <a:pt x="155600" y="68605"/>
                </a:lnTo>
                <a:lnTo>
                  <a:pt x="136766" y="107340"/>
                </a:lnTo>
                <a:lnTo>
                  <a:pt x="129489" y="146380"/>
                </a:lnTo>
                <a:lnTo>
                  <a:pt x="125399" y="145948"/>
                </a:lnTo>
                <a:lnTo>
                  <a:pt x="121285" y="145732"/>
                </a:lnTo>
                <a:lnTo>
                  <a:pt x="117170" y="145732"/>
                </a:lnTo>
                <a:lnTo>
                  <a:pt x="71551" y="154965"/>
                </a:lnTo>
                <a:lnTo>
                  <a:pt x="34315" y="180124"/>
                </a:lnTo>
                <a:lnTo>
                  <a:pt x="9207" y="217462"/>
                </a:lnTo>
                <a:lnTo>
                  <a:pt x="0" y="263194"/>
                </a:lnTo>
                <a:lnTo>
                  <a:pt x="584" y="275005"/>
                </a:lnTo>
                <a:lnTo>
                  <a:pt x="14109" y="319176"/>
                </a:lnTo>
                <a:lnTo>
                  <a:pt x="42697" y="353974"/>
                </a:lnTo>
                <a:lnTo>
                  <a:pt x="82550" y="375551"/>
                </a:lnTo>
                <a:lnTo>
                  <a:pt x="117170" y="380758"/>
                </a:lnTo>
                <a:lnTo>
                  <a:pt x="178231" y="380758"/>
                </a:lnTo>
                <a:lnTo>
                  <a:pt x="178231" y="497865"/>
                </a:lnTo>
                <a:lnTo>
                  <a:pt x="176504" y="498208"/>
                </a:lnTo>
                <a:lnTo>
                  <a:pt x="166573" y="504926"/>
                </a:lnTo>
                <a:lnTo>
                  <a:pt x="159880" y="514870"/>
                </a:lnTo>
                <a:lnTo>
                  <a:pt x="157416" y="527037"/>
                </a:lnTo>
                <a:lnTo>
                  <a:pt x="159880" y="539203"/>
                </a:lnTo>
                <a:lnTo>
                  <a:pt x="166573" y="549148"/>
                </a:lnTo>
                <a:lnTo>
                  <a:pt x="176504" y="555866"/>
                </a:lnTo>
                <a:lnTo>
                  <a:pt x="188633" y="558330"/>
                </a:lnTo>
                <a:lnTo>
                  <a:pt x="200774" y="555866"/>
                </a:lnTo>
                <a:lnTo>
                  <a:pt x="210705" y="549148"/>
                </a:lnTo>
                <a:lnTo>
                  <a:pt x="217398" y="539203"/>
                </a:lnTo>
                <a:lnTo>
                  <a:pt x="217754" y="537464"/>
                </a:lnTo>
                <a:lnTo>
                  <a:pt x="219862" y="527037"/>
                </a:lnTo>
                <a:lnTo>
                  <a:pt x="217754" y="516597"/>
                </a:lnTo>
                <a:lnTo>
                  <a:pt x="217398" y="514870"/>
                </a:lnTo>
                <a:lnTo>
                  <a:pt x="210705" y="504926"/>
                </a:lnTo>
                <a:lnTo>
                  <a:pt x="200774" y="498208"/>
                </a:lnTo>
                <a:lnTo>
                  <a:pt x="199047" y="497865"/>
                </a:lnTo>
                <a:lnTo>
                  <a:pt x="199047" y="521284"/>
                </a:lnTo>
                <a:lnTo>
                  <a:pt x="199047" y="532790"/>
                </a:lnTo>
                <a:lnTo>
                  <a:pt x="194373" y="537464"/>
                </a:lnTo>
                <a:lnTo>
                  <a:pt x="182905" y="537464"/>
                </a:lnTo>
                <a:lnTo>
                  <a:pt x="178231" y="532790"/>
                </a:lnTo>
                <a:lnTo>
                  <a:pt x="178231" y="521284"/>
                </a:lnTo>
                <a:lnTo>
                  <a:pt x="182905" y="516597"/>
                </a:lnTo>
                <a:lnTo>
                  <a:pt x="188633" y="516597"/>
                </a:lnTo>
                <a:lnTo>
                  <a:pt x="194373" y="516597"/>
                </a:lnTo>
                <a:lnTo>
                  <a:pt x="199047" y="521284"/>
                </a:lnTo>
                <a:lnTo>
                  <a:pt x="199047" y="497865"/>
                </a:lnTo>
                <a:lnTo>
                  <a:pt x="199047" y="376097"/>
                </a:lnTo>
                <a:lnTo>
                  <a:pt x="199047" y="364566"/>
                </a:lnTo>
                <a:lnTo>
                  <a:pt x="194386" y="359905"/>
                </a:lnTo>
                <a:lnTo>
                  <a:pt x="182892" y="359905"/>
                </a:lnTo>
                <a:lnTo>
                  <a:pt x="117170" y="359905"/>
                </a:lnTo>
                <a:lnTo>
                  <a:pt x="79705" y="352285"/>
                </a:lnTo>
                <a:lnTo>
                  <a:pt x="49072" y="331546"/>
                </a:lnTo>
                <a:lnTo>
                  <a:pt x="28397" y="300799"/>
                </a:lnTo>
                <a:lnTo>
                  <a:pt x="20815" y="263194"/>
                </a:lnTo>
                <a:lnTo>
                  <a:pt x="28397" y="225628"/>
                </a:lnTo>
                <a:lnTo>
                  <a:pt x="49072" y="194932"/>
                </a:lnTo>
                <a:lnTo>
                  <a:pt x="79705" y="174205"/>
                </a:lnTo>
                <a:lnTo>
                  <a:pt x="117170" y="166598"/>
                </a:lnTo>
                <a:lnTo>
                  <a:pt x="124117" y="166598"/>
                </a:lnTo>
                <a:lnTo>
                  <a:pt x="130784" y="167309"/>
                </a:lnTo>
                <a:lnTo>
                  <a:pt x="140652" y="169430"/>
                </a:lnTo>
                <a:lnTo>
                  <a:pt x="143852" y="168656"/>
                </a:lnTo>
                <a:lnTo>
                  <a:pt x="148742" y="164706"/>
                </a:lnTo>
                <a:lnTo>
                  <a:pt x="150164" y="161721"/>
                </a:lnTo>
                <a:lnTo>
                  <a:pt x="150164" y="157797"/>
                </a:lnTo>
                <a:lnTo>
                  <a:pt x="150050" y="155663"/>
                </a:lnTo>
                <a:lnTo>
                  <a:pt x="150050" y="155333"/>
                </a:lnTo>
                <a:lnTo>
                  <a:pt x="156908" y="112877"/>
                </a:lnTo>
                <a:lnTo>
                  <a:pt x="175971" y="75971"/>
                </a:lnTo>
                <a:lnTo>
                  <a:pt x="205028" y="46850"/>
                </a:lnTo>
                <a:lnTo>
                  <a:pt x="241833" y="27736"/>
                </a:lnTo>
                <a:lnTo>
                  <a:pt x="284187" y="20866"/>
                </a:lnTo>
                <a:lnTo>
                  <a:pt x="326885" y="27965"/>
                </a:lnTo>
                <a:lnTo>
                  <a:pt x="364426" y="47840"/>
                </a:lnTo>
                <a:lnTo>
                  <a:pt x="394004" y="78384"/>
                </a:lnTo>
                <a:lnTo>
                  <a:pt x="412800" y="117475"/>
                </a:lnTo>
                <a:lnTo>
                  <a:pt x="414350" y="122770"/>
                </a:lnTo>
                <a:lnTo>
                  <a:pt x="419735" y="125945"/>
                </a:lnTo>
                <a:lnTo>
                  <a:pt x="432828" y="122961"/>
                </a:lnTo>
                <a:lnTo>
                  <a:pt x="440664" y="122059"/>
                </a:lnTo>
                <a:lnTo>
                  <a:pt x="448398" y="122059"/>
                </a:lnTo>
                <a:lnTo>
                  <a:pt x="487845" y="129476"/>
                </a:lnTo>
                <a:lnTo>
                  <a:pt x="520725" y="149961"/>
                </a:lnTo>
                <a:lnTo>
                  <a:pt x="544144" y="180860"/>
                </a:lnTo>
                <a:lnTo>
                  <a:pt x="555193" y="219532"/>
                </a:lnTo>
                <a:lnTo>
                  <a:pt x="555472" y="222440"/>
                </a:lnTo>
                <a:lnTo>
                  <a:pt x="556958" y="225120"/>
                </a:lnTo>
                <a:lnTo>
                  <a:pt x="561619" y="228638"/>
                </a:lnTo>
                <a:lnTo>
                  <a:pt x="564591" y="229349"/>
                </a:lnTo>
                <a:lnTo>
                  <a:pt x="571347" y="228079"/>
                </a:lnTo>
                <a:lnTo>
                  <a:pt x="575183" y="227736"/>
                </a:lnTo>
                <a:lnTo>
                  <a:pt x="579183" y="227736"/>
                </a:lnTo>
                <a:lnTo>
                  <a:pt x="604850" y="232930"/>
                </a:lnTo>
                <a:lnTo>
                  <a:pt x="625817" y="247091"/>
                </a:lnTo>
                <a:lnTo>
                  <a:pt x="639978" y="268084"/>
                </a:lnTo>
                <a:lnTo>
                  <a:pt x="645160" y="293763"/>
                </a:lnTo>
                <a:lnTo>
                  <a:pt x="643902" y="306768"/>
                </a:lnTo>
                <a:lnTo>
                  <a:pt x="625843" y="340525"/>
                </a:lnTo>
                <a:lnTo>
                  <a:pt x="592162" y="358635"/>
                </a:lnTo>
                <a:lnTo>
                  <a:pt x="579183" y="359905"/>
                </a:lnTo>
                <a:lnTo>
                  <a:pt x="483082" y="359905"/>
                </a:lnTo>
                <a:lnTo>
                  <a:pt x="471601" y="359905"/>
                </a:lnTo>
                <a:lnTo>
                  <a:pt x="466940" y="364566"/>
                </a:lnTo>
                <a:lnTo>
                  <a:pt x="466940" y="376097"/>
                </a:lnTo>
                <a:lnTo>
                  <a:pt x="466940" y="544906"/>
                </a:lnTo>
                <a:lnTo>
                  <a:pt x="465201" y="545249"/>
                </a:lnTo>
                <a:lnTo>
                  <a:pt x="455282" y="551954"/>
                </a:lnTo>
                <a:lnTo>
                  <a:pt x="448589" y="561911"/>
                </a:lnTo>
                <a:lnTo>
                  <a:pt x="446125" y="574078"/>
                </a:lnTo>
                <a:lnTo>
                  <a:pt x="448589" y="586257"/>
                </a:lnTo>
                <a:lnTo>
                  <a:pt x="455282" y="596201"/>
                </a:lnTo>
                <a:lnTo>
                  <a:pt x="465201" y="602907"/>
                </a:lnTo>
                <a:lnTo>
                  <a:pt x="477342" y="605370"/>
                </a:lnTo>
                <a:lnTo>
                  <a:pt x="489483" y="602907"/>
                </a:lnTo>
                <a:lnTo>
                  <a:pt x="499402" y="596201"/>
                </a:lnTo>
                <a:lnTo>
                  <a:pt x="506107" y="586257"/>
                </a:lnTo>
                <a:lnTo>
                  <a:pt x="506450" y="584504"/>
                </a:lnTo>
                <a:lnTo>
                  <a:pt x="508558" y="574078"/>
                </a:lnTo>
                <a:lnTo>
                  <a:pt x="506450" y="563651"/>
                </a:lnTo>
                <a:lnTo>
                  <a:pt x="506107" y="561911"/>
                </a:lnTo>
                <a:lnTo>
                  <a:pt x="499402" y="551954"/>
                </a:lnTo>
                <a:lnTo>
                  <a:pt x="489483" y="545249"/>
                </a:lnTo>
                <a:lnTo>
                  <a:pt x="487756" y="544906"/>
                </a:lnTo>
                <a:lnTo>
                  <a:pt x="487756" y="568325"/>
                </a:lnTo>
                <a:lnTo>
                  <a:pt x="487756" y="579831"/>
                </a:lnTo>
                <a:lnTo>
                  <a:pt x="483082" y="584504"/>
                </a:lnTo>
                <a:lnTo>
                  <a:pt x="471601" y="584504"/>
                </a:lnTo>
                <a:lnTo>
                  <a:pt x="466940" y="579831"/>
                </a:lnTo>
                <a:lnTo>
                  <a:pt x="466940" y="568325"/>
                </a:lnTo>
                <a:lnTo>
                  <a:pt x="471601" y="563651"/>
                </a:lnTo>
                <a:lnTo>
                  <a:pt x="477342" y="563651"/>
                </a:lnTo>
                <a:lnTo>
                  <a:pt x="483082" y="563651"/>
                </a:lnTo>
                <a:lnTo>
                  <a:pt x="487756" y="568325"/>
                </a:lnTo>
                <a:lnTo>
                  <a:pt x="487756" y="544906"/>
                </a:lnTo>
                <a:lnTo>
                  <a:pt x="487756" y="380758"/>
                </a:lnTo>
                <a:lnTo>
                  <a:pt x="579183" y="380758"/>
                </a:lnTo>
                <a:lnTo>
                  <a:pt x="596252" y="379095"/>
                </a:lnTo>
                <a:lnTo>
                  <a:pt x="640549" y="355282"/>
                </a:lnTo>
                <a:lnTo>
                  <a:pt x="664311" y="310870"/>
                </a:lnTo>
                <a:lnTo>
                  <a:pt x="665975" y="2937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0" name="object 10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39200" y="3038475"/>
            <a:ext cx="6858000" cy="5543550"/>
          </a:xfrm>
          <a:prstGeom prst="rect">
            <a:avLst/>
          </a:prstGeom>
        </p:spPr>
      </p:pic>
      <p:sp>
        <p:nvSpPr>
          <p:cNvPr id="11" name="object 11" descr=""/>
          <p:cNvSpPr txBox="1"/>
          <p:nvPr/>
        </p:nvSpPr>
        <p:spPr>
          <a:xfrm>
            <a:off x="2590800" y="3028950"/>
            <a:ext cx="6248400" cy="1390650"/>
          </a:xfrm>
          <a:prstGeom prst="rect">
            <a:avLst/>
          </a:prstGeom>
        </p:spPr>
        <p:txBody>
          <a:bodyPr wrap="square" lIns="0" tIns="14033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105"/>
              </a:spcBef>
            </a:pPr>
            <a:endParaRPr sz="2400">
              <a:latin typeface="Times New Roman"/>
              <a:cs typeface="Times New Roman"/>
            </a:endParaRPr>
          </a:p>
          <a:p>
            <a:pPr marL="1718945">
              <a:lnSpc>
                <a:spcPct val="100000"/>
              </a:lnSpc>
            </a:pPr>
            <a:r>
              <a:rPr dirty="0" sz="2400" spc="-50" b="1">
                <a:solidFill>
                  <a:srgbClr val="FFFFFF"/>
                </a:solidFill>
                <a:latin typeface="Verdana"/>
                <a:cs typeface="Verdana"/>
              </a:rPr>
              <a:t>STRATEGY</a:t>
            </a:r>
            <a:endParaRPr sz="2400">
              <a:latin typeface="Verdana"/>
              <a:cs typeface="Verdana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2590800" y="6273101"/>
            <a:ext cx="6248400" cy="3917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 marL="108585">
              <a:lnSpc>
                <a:spcPct val="100000"/>
              </a:lnSpc>
              <a:spcBef>
                <a:spcPts val="100"/>
              </a:spcBef>
            </a:pPr>
            <a:r>
              <a:rPr dirty="0" sz="2400" spc="-195" b="1">
                <a:solidFill>
                  <a:srgbClr val="FFFFFF"/>
                </a:solidFill>
                <a:latin typeface="Verdana"/>
                <a:cs typeface="Verdana"/>
              </a:rPr>
              <a:t>SERVIÇO</a:t>
            </a:r>
            <a:r>
              <a:rPr dirty="0" sz="2400" spc="-175" b="1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dirty="0" sz="2400" spc="-10" b="1">
                <a:solidFill>
                  <a:srgbClr val="FFFFFF"/>
                </a:solidFill>
                <a:latin typeface="Verdana"/>
                <a:cs typeface="Verdana"/>
              </a:rPr>
              <a:t>CENTRAL</a:t>
            </a:r>
            <a:endParaRPr sz="2400">
              <a:latin typeface="Verdana"/>
              <a:cs typeface="Verdana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4310379" y="7708201"/>
            <a:ext cx="503555" cy="3917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400" spc="-229" b="1">
                <a:solidFill>
                  <a:srgbClr val="FFFFFF"/>
                </a:solidFill>
                <a:latin typeface="Verdana"/>
                <a:cs typeface="Verdana"/>
              </a:rPr>
              <a:t>CLI</a:t>
            </a:r>
            <a:endParaRPr sz="2400">
              <a:latin typeface="Verdana"/>
              <a:cs typeface="Verdana"/>
            </a:endParaRPr>
          </a:p>
        </p:txBody>
      </p:sp>
      <p:sp>
        <p:nvSpPr>
          <p:cNvPr id="14" name="object 14" descr=""/>
          <p:cNvSpPr txBox="1"/>
          <p:nvPr/>
        </p:nvSpPr>
        <p:spPr>
          <a:xfrm>
            <a:off x="2590800" y="4419600"/>
            <a:ext cx="6248400" cy="1381125"/>
          </a:xfrm>
          <a:prstGeom prst="rect">
            <a:avLst/>
          </a:prstGeom>
        </p:spPr>
        <p:txBody>
          <a:bodyPr wrap="square" lIns="0" tIns="12128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955"/>
              </a:spcBef>
            </a:pPr>
            <a:endParaRPr sz="2400">
              <a:latin typeface="Times New Roman"/>
              <a:cs typeface="Times New Roman"/>
            </a:endParaRPr>
          </a:p>
          <a:p>
            <a:pPr marL="1718945">
              <a:lnSpc>
                <a:spcPct val="100000"/>
              </a:lnSpc>
            </a:pPr>
            <a:r>
              <a:rPr dirty="0" sz="2400" spc="-10" b="1">
                <a:solidFill>
                  <a:srgbClr val="FFFFFF"/>
                </a:solidFill>
                <a:latin typeface="Verdana"/>
                <a:cs typeface="Verdana"/>
              </a:rPr>
              <a:t>FACTORY</a:t>
            </a:r>
            <a:endParaRPr sz="2400">
              <a:latin typeface="Verdana"/>
              <a:cs typeface="Verdana"/>
            </a:endParaRPr>
          </a:p>
        </p:txBody>
      </p:sp>
      <p:pic>
        <p:nvPicPr>
          <p:cNvPr id="15" name="object 15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644263" y="1448435"/>
            <a:ext cx="6292088" cy="764413"/>
          </a:xfrm>
          <a:prstGeom prst="rect">
            <a:avLst/>
          </a:prstGeom>
        </p:spPr>
      </p:pic>
      <p:grpSp>
        <p:nvGrpSpPr>
          <p:cNvPr id="16" name="object 16" descr=""/>
          <p:cNvGrpSpPr/>
          <p:nvPr/>
        </p:nvGrpSpPr>
        <p:grpSpPr>
          <a:xfrm>
            <a:off x="8829675" y="3028950"/>
            <a:ext cx="5041265" cy="5553075"/>
            <a:chOff x="8829675" y="3028950"/>
            <a:chExt cx="5041265" cy="5553075"/>
          </a:xfrm>
        </p:grpSpPr>
        <p:pic>
          <p:nvPicPr>
            <p:cNvPr id="17" name="object 17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202927" y="3609086"/>
              <a:ext cx="4667504" cy="250952"/>
            </a:xfrm>
            <a:prstGeom prst="rect">
              <a:avLst/>
            </a:prstGeom>
          </p:spPr>
        </p:pic>
        <p:pic>
          <p:nvPicPr>
            <p:cNvPr id="18" name="object 18" descr="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02927" y="6376415"/>
              <a:ext cx="3305429" cy="245872"/>
            </a:xfrm>
            <a:prstGeom prst="rect">
              <a:avLst/>
            </a:prstGeom>
          </p:spPr>
        </p:pic>
        <p:pic>
          <p:nvPicPr>
            <p:cNvPr id="19" name="object 19" descr="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219438" y="7811134"/>
              <a:ext cx="3384168" cy="199135"/>
            </a:xfrm>
            <a:prstGeom prst="rect">
              <a:avLst/>
            </a:prstGeom>
          </p:spPr>
        </p:pic>
        <p:pic>
          <p:nvPicPr>
            <p:cNvPr id="20" name="object 20" descr="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201277" y="5192014"/>
              <a:ext cx="2383154" cy="172338"/>
            </a:xfrm>
            <a:prstGeom prst="rect">
              <a:avLst/>
            </a:prstGeom>
          </p:spPr>
        </p:pic>
        <p:pic>
          <p:nvPicPr>
            <p:cNvPr id="21" name="object 21" descr="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1531" y="4793614"/>
              <a:ext cx="4000119" cy="199517"/>
            </a:xfrm>
            <a:prstGeom prst="rect">
              <a:avLst/>
            </a:prstGeom>
          </p:spPr>
        </p:pic>
        <p:pic>
          <p:nvPicPr>
            <p:cNvPr id="22" name="object 22" descr="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829675" y="3028950"/>
              <a:ext cx="19050" cy="5553075"/>
            </a:xfrm>
            <a:prstGeom prst="rect">
              <a:avLst/>
            </a:prstGeom>
          </p:spPr>
        </p:pic>
      </p:grp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xfrm>
            <a:off x="6698233" y="283527"/>
            <a:ext cx="7003415" cy="198628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ts val="7700"/>
              </a:lnSpc>
              <a:spcBef>
                <a:spcPts val="130"/>
              </a:spcBef>
            </a:pPr>
            <a:r>
              <a:rPr dirty="0" sz="6950" spc="-635"/>
              <a:t>REFACTOR:</a:t>
            </a:r>
            <a:endParaRPr sz="6950"/>
          </a:p>
          <a:p>
            <a:pPr marL="4399915">
              <a:lnSpc>
                <a:spcPts val="7700"/>
              </a:lnSpc>
            </a:pPr>
            <a:r>
              <a:rPr dirty="0" sz="6950" spc="-780">
                <a:solidFill>
                  <a:srgbClr val="FD422D"/>
                </a:solidFill>
              </a:rPr>
              <a:t>F</a:t>
            </a:r>
            <a:r>
              <a:rPr dirty="0" sz="6950" spc="-1050">
                <a:solidFill>
                  <a:srgbClr val="FD422D"/>
                </a:solidFill>
              </a:rPr>
              <a:t>I</a:t>
            </a:r>
            <a:r>
              <a:rPr dirty="0" sz="6950" spc="-790">
                <a:solidFill>
                  <a:srgbClr val="FD422D"/>
                </a:solidFill>
              </a:rPr>
              <a:t>N</a:t>
            </a:r>
            <a:r>
              <a:rPr dirty="0" sz="6950" spc="-810">
                <a:solidFill>
                  <a:srgbClr val="FD422D"/>
                </a:solidFill>
              </a:rPr>
              <a:t>A</a:t>
            </a:r>
            <a:r>
              <a:rPr dirty="0" sz="6950" spc="-445">
                <a:solidFill>
                  <a:srgbClr val="FD422D"/>
                </a:solidFill>
              </a:rPr>
              <a:t>L</a:t>
            </a:r>
            <a:endParaRPr sz="6950"/>
          </a:p>
        </p:txBody>
      </p:sp>
      <p:sp>
        <p:nvSpPr>
          <p:cNvPr id="24" name="object 24" descr=""/>
          <p:cNvSpPr/>
          <p:nvPr/>
        </p:nvSpPr>
        <p:spPr>
          <a:xfrm>
            <a:off x="1040891" y="1052322"/>
            <a:ext cx="1517015" cy="113030"/>
          </a:xfrm>
          <a:custGeom>
            <a:avLst/>
            <a:gdLst/>
            <a:ahLst/>
            <a:cxnLst/>
            <a:rect l="l" t="t" r="r" b="b"/>
            <a:pathLst>
              <a:path w="1517014" h="113030">
                <a:moveTo>
                  <a:pt x="13716" y="3048"/>
                </a:moveTo>
                <a:lnTo>
                  <a:pt x="0" y="3048"/>
                </a:lnTo>
                <a:lnTo>
                  <a:pt x="0" y="109727"/>
                </a:lnTo>
                <a:lnTo>
                  <a:pt x="13716" y="109727"/>
                </a:lnTo>
                <a:lnTo>
                  <a:pt x="13716" y="3048"/>
                </a:lnTo>
                <a:close/>
              </a:path>
              <a:path w="1517014" h="113030">
                <a:moveTo>
                  <a:pt x="79248" y="3048"/>
                </a:moveTo>
                <a:lnTo>
                  <a:pt x="57150" y="3048"/>
                </a:lnTo>
                <a:lnTo>
                  <a:pt x="57150" y="109727"/>
                </a:lnTo>
                <a:lnTo>
                  <a:pt x="70866" y="109727"/>
                </a:lnTo>
                <a:lnTo>
                  <a:pt x="70866" y="18287"/>
                </a:lnTo>
                <a:lnTo>
                  <a:pt x="70713" y="16763"/>
                </a:lnTo>
                <a:lnTo>
                  <a:pt x="85648" y="16763"/>
                </a:lnTo>
                <a:lnTo>
                  <a:pt x="79248" y="3048"/>
                </a:lnTo>
                <a:close/>
              </a:path>
              <a:path w="1517014" h="113030">
                <a:moveTo>
                  <a:pt x="172212" y="16763"/>
                </a:moveTo>
                <a:lnTo>
                  <a:pt x="158648" y="16763"/>
                </a:lnTo>
                <a:lnTo>
                  <a:pt x="158496" y="18287"/>
                </a:lnTo>
                <a:lnTo>
                  <a:pt x="158496" y="109727"/>
                </a:lnTo>
                <a:lnTo>
                  <a:pt x="172212" y="109727"/>
                </a:lnTo>
                <a:lnTo>
                  <a:pt x="172212" y="16763"/>
                </a:lnTo>
                <a:close/>
              </a:path>
              <a:path w="1517014" h="113030">
                <a:moveTo>
                  <a:pt x="85648" y="16763"/>
                </a:moveTo>
                <a:lnTo>
                  <a:pt x="71018" y="16763"/>
                </a:lnTo>
                <a:lnTo>
                  <a:pt x="102108" y="83820"/>
                </a:lnTo>
                <a:lnTo>
                  <a:pt x="127254" y="83820"/>
                </a:lnTo>
                <a:lnTo>
                  <a:pt x="132906" y="71627"/>
                </a:lnTo>
                <a:lnTo>
                  <a:pt x="111252" y="71627"/>
                </a:lnTo>
                <a:lnTo>
                  <a:pt x="85648" y="16763"/>
                </a:lnTo>
                <a:close/>
              </a:path>
              <a:path w="1517014" h="113030">
                <a:moveTo>
                  <a:pt x="172212" y="3048"/>
                </a:moveTo>
                <a:lnTo>
                  <a:pt x="150114" y="3048"/>
                </a:lnTo>
                <a:lnTo>
                  <a:pt x="118110" y="71627"/>
                </a:lnTo>
                <a:lnTo>
                  <a:pt x="132906" y="71627"/>
                </a:lnTo>
                <a:lnTo>
                  <a:pt x="158343" y="16763"/>
                </a:lnTo>
                <a:lnTo>
                  <a:pt x="172212" y="16763"/>
                </a:lnTo>
                <a:lnTo>
                  <a:pt x="172212" y="3048"/>
                </a:lnTo>
                <a:close/>
              </a:path>
              <a:path w="1517014" h="113030">
                <a:moveTo>
                  <a:pt x="260604" y="3048"/>
                </a:moveTo>
                <a:lnTo>
                  <a:pt x="209550" y="3048"/>
                </a:lnTo>
                <a:lnTo>
                  <a:pt x="209550" y="109727"/>
                </a:lnTo>
                <a:lnTo>
                  <a:pt x="223266" y="109727"/>
                </a:lnTo>
                <a:lnTo>
                  <a:pt x="223266" y="73151"/>
                </a:lnTo>
                <a:lnTo>
                  <a:pt x="260604" y="73151"/>
                </a:lnTo>
                <a:lnTo>
                  <a:pt x="266065" y="72262"/>
                </a:lnTo>
                <a:lnTo>
                  <a:pt x="275844" y="68706"/>
                </a:lnTo>
                <a:lnTo>
                  <a:pt x="280035" y="66294"/>
                </a:lnTo>
                <a:lnTo>
                  <a:pt x="286618" y="60198"/>
                </a:lnTo>
                <a:lnTo>
                  <a:pt x="223266" y="60198"/>
                </a:lnTo>
                <a:lnTo>
                  <a:pt x="223266" y="16001"/>
                </a:lnTo>
                <a:lnTo>
                  <a:pt x="286618" y="16001"/>
                </a:lnTo>
                <a:lnTo>
                  <a:pt x="280035" y="9905"/>
                </a:lnTo>
                <a:lnTo>
                  <a:pt x="275844" y="7493"/>
                </a:lnTo>
                <a:lnTo>
                  <a:pt x="266065" y="3936"/>
                </a:lnTo>
                <a:lnTo>
                  <a:pt x="260604" y="3048"/>
                </a:lnTo>
                <a:close/>
              </a:path>
              <a:path w="1517014" h="113030">
                <a:moveTo>
                  <a:pt x="286618" y="16001"/>
                </a:moveTo>
                <a:lnTo>
                  <a:pt x="262890" y="16001"/>
                </a:lnTo>
                <a:lnTo>
                  <a:pt x="269367" y="18033"/>
                </a:lnTo>
                <a:lnTo>
                  <a:pt x="273812" y="22225"/>
                </a:lnTo>
                <a:lnTo>
                  <a:pt x="278257" y="26288"/>
                </a:lnTo>
                <a:lnTo>
                  <a:pt x="280416" y="31623"/>
                </a:lnTo>
                <a:lnTo>
                  <a:pt x="280416" y="44576"/>
                </a:lnTo>
                <a:lnTo>
                  <a:pt x="278257" y="49910"/>
                </a:lnTo>
                <a:lnTo>
                  <a:pt x="273812" y="53975"/>
                </a:lnTo>
                <a:lnTo>
                  <a:pt x="269367" y="58166"/>
                </a:lnTo>
                <a:lnTo>
                  <a:pt x="262890" y="60198"/>
                </a:lnTo>
                <a:lnTo>
                  <a:pt x="286618" y="60198"/>
                </a:lnTo>
                <a:lnTo>
                  <a:pt x="286893" y="59944"/>
                </a:lnTo>
                <a:lnTo>
                  <a:pt x="289560" y="56260"/>
                </a:lnTo>
                <a:lnTo>
                  <a:pt x="291338" y="51943"/>
                </a:lnTo>
                <a:lnTo>
                  <a:pt x="293243" y="47751"/>
                </a:lnTo>
                <a:lnTo>
                  <a:pt x="294132" y="43052"/>
                </a:lnTo>
                <a:lnTo>
                  <a:pt x="294132" y="33147"/>
                </a:lnTo>
                <a:lnTo>
                  <a:pt x="293243" y="28448"/>
                </a:lnTo>
                <a:lnTo>
                  <a:pt x="291338" y="24256"/>
                </a:lnTo>
                <a:lnTo>
                  <a:pt x="289560" y="19938"/>
                </a:lnTo>
                <a:lnTo>
                  <a:pt x="286893" y="16255"/>
                </a:lnTo>
                <a:lnTo>
                  <a:pt x="286618" y="16001"/>
                </a:lnTo>
                <a:close/>
              </a:path>
              <a:path w="1517014" h="113030">
                <a:moveTo>
                  <a:pt x="337566" y="3048"/>
                </a:moveTo>
                <a:lnTo>
                  <a:pt x="323850" y="3048"/>
                </a:lnTo>
                <a:lnTo>
                  <a:pt x="323850" y="109727"/>
                </a:lnTo>
                <a:lnTo>
                  <a:pt x="393192" y="109727"/>
                </a:lnTo>
                <a:lnTo>
                  <a:pt x="393192" y="96774"/>
                </a:lnTo>
                <a:lnTo>
                  <a:pt x="337566" y="96774"/>
                </a:lnTo>
                <a:lnTo>
                  <a:pt x="337566" y="3048"/>
                </a:lnTo>
                <a:close/>
              </a:path>
              <a:path w="1517014" h="113030">
                <a:moveTo>
                  <a:pt x="493776" y="3048"/>
                </a:moveTo>
                <a:lnTo>
                  <a:pt x="419100" y="3048"/>
                </a:lnTo>
                <a:lnTo>
                  <a:pt x="419100" y="109727"/>
                </a:lnTo>
                <a:lnTo>
                  <a:pt x="493776" y="109727"/>
                </a:lnTo>
                <a:lnTo>
                  <a:pt x="493776" y="96774"/>
                </a:lnTo>
                <a:lnTo>
                  <a:pt x="432816" y="96774"/>
                </a:lnTo>
                <a:lnTo>
                  <a:pt x="432816" y="62483"/>
                </a:lnTo>
                <a:lnTo>
                  <a:pt x="482346" y="62483"/>
                </a:lnTo>
                <a:lnTo>
                  <a:pt x="482346" y="49529"/>
                </a:lnTo>
                <a:lnTo>
                  <a:pt x="432816" y="49529"/>
                </a:lnTo>
                <a:lnTo>
                  <a:pt x="432816" y="16001"/>
                </a:lnTo>
                <a:lnTo>
                  <a:pt x="493776" y="16001"/>
                </a:lnTo>
                <a:lnTo>
                  <a:pt x="493776" y="3048"/>
                </a:lnTo>
                <a:close/>
              </a:path>
              <a:path w="1517014" h="113030">
                <a:moveTo>
                  <a:pt x="555498" y="3048"/>
                </a:moveTo>
                <a:lnTo>
                  <a:pt x="533400" y="3048"/>
                </a:lnTo>
                <a:lnTo>
                  <a:pt x="533400" y="109727"/>
                </a:lnTo>
                <a:lnTo>
                  <a:pt x="547116" y="109727"/>
                </a:lnTo>
                <a:lnTo>
                  <a:pt x="547116" y="18287"/>
                </a:lnTo>
                <a:lnTo>
                  <a:pt x="546989" y="16763"/>
                </a:lnTo>
                <a:lnTo>
                  <a:pt x="561898" y="16763"/>
                </a:lnTo>
                <a:lnTo>
                  <a:pt x="555498" y="3048"/>
                </a:lnTo>
                <a:close/>
              </a:path>
              <a:path w="1517014" h="113030">
                <a:moveTo>
                  <a:pt x="648462" y="16763"/>
                </a:moveTo>
                <a:lnTo>
                  <a:pt x="634872" y="16763"/>
                </a:lnTo>
                <a:lnTo>
                  <a:pt x="634746" y="109727"/>
                </a:lnTo>
                <a:lnTo>
                  <a:pt x="648462" y="109727"/>
                </a:lnTo>
                <a:lnTo>
                  <a:pt x="648462" y="16763"/>
                </a:lnTo>
                <a:close/>
              </a:path>
              <a:path w="1517014" h="113030">
                <a:moveTo>
                  <a:pt x="561898" y="16763"/>
                </a:moveTo>
                <a:lnTo>
                  <a:pt x="547243" y="16763"/>
                </a:lnTo>
                <a:lnTo>
                  <a:pt x="578358" y="83820"/>
                </a:lnTo>
                <a:lnTo>
                  <a:pt x="603504" y="83820"/>
                </a:lnTo>
                <a:lnTo>
                  <a:pt x="609161" y="71627"/>
                </a:lnTo>
                <a:lnTo>
                  <a:pt x="587502" y="71627"/>
                </a:lnTo>
                <a:lnTo>
                  <a:pt x="561898" y="16763"/>
                </a:lnTo>
                <a:close/>
              </a:path>
              <a:path w="1517014" h="113030">
                <a:moveTo>
                  <a:pt x="648462" y="3048"/>
                </a:moveTo>
                <a:lnTo>
                  <a:pt x="626364" y="3048"/>
                </a:lnTo>
                <a:lnTo>
                  <a:pt x="594360" y="71627"/>
                </a:lnTo>
                <a:lnTo>
                  <a:pt x="609161" y="71627"/>
                </a:lnTo>
                <a:lnTo>
                  <a:pt x="634619" y="16763"/>
                </a:lnTo>
                <a:lnTo>
                  <a:pt x="648462" y="16763"/>
                </a:lnTo>
                <a:lnTo>
                  <a:pt x="648462" y="3048"/>
                </a:lnTo>
                <a:close/>
              </a:path>
              <a:path w="1517014" h="113030">
                <a:moveTo>
                  <a:pt x="760476" y="3048"/>
                </a:moveTo>
                <a:lnTo>
                  <a:pt x="685800" y="3048"/>
                </a:lnTo>
                <a:lnTo>
                  <a:pt x="685800" y="109727"/>
                </a:lnTo>
                <a:lnTo>
                  <a:pt x="760476" y="109727"/>
                </a:lnTo>
                <a:lnTo>
                  <a:pt x="760476" y="96774"/>
                </a:lnTo>
                <a:lnTo>
                  <a:pt x="699516" y="96774"/>
                </a:lnTo>
                <a:lnTo>
                  <a:pt x="699516" y="62483"/>
                </a:lnTo>
                <a:lnTo>
                  <a:pt x="749046" y="62483"/>
                </a:lnTo>
                <a:lnTo>
                  <a:pt x="749046" y="49529"/>
                </a:lnTo>
                <a:lnTo>
                  <a:pt x="699516" y="49529"/>
                </a:lnTo>
                <a:lnTo>
                  <a:pt x="699516" y="16001"/>
                </a:lnTo>
                <a:lnTo>
                  <a:pt x="760476" y="16001"/>
                </a:lnTo>
                <a:lnTo>
                  <a:pt x="760476" y="3048"/>
                </a:lnTo>
                <a:close/>
              </a:path>
              <a:path w="1517014" h="113030">
                <a:moveTo>
                  <a:pt x="819912" y="3048"/>
                </a:moveTo>
                <a:lnTo>
                  <a:pt x="800100" y="3048"/>
                </a:lnTo>
                <a:lnTo>
                  <a:pt x="800100" y="109727"/>
                </a:lnTo>
                <a:lnTo>
                  <a:pt x="813816" y="109727"/>
                </a:lnTo>
                <a:lnTo>
                  <a:pt x="813792" y="92963"/>
                </a:lnTo>
                <a:lnTo>
                  <a:pt x="813689" y="19811"/>
                </a:lnTo>
                <a:lnTo>
                  <a:pt x="829691" y="19811"/>
                </a:lnTo>
                <a:lnTo>
                  <a:pt x="819912" y="3048"/>
                </a:lnTo>
                <a:close/>
              </a:path>
              <a:path w="1517014" h="113030">
                <a:moveTo>
                  <a:pt x="829691" y="19811"/>
                </a:moveTo>
                <a:lnTo>
                  <a:pt x="813943" y="19811"/>
                </a:lnTo>
                <a:lnTo>
                  <a:pt x="866394" y="109727"/>
                </a:lnTo>
                <a:lnTo>
                  <a:pt x="886206" y="109727"/>
                </a:lnTo>
                <a:lnTo>
                  <a:pt x="886206" y="92963"/>
                </a:lnTo>
                <a:lnTo>
                  <a:pt x="872363" y="92963"/>
                </a:lnTo>
                <a:lnTo>
                  <a:pt x="829691" y="19811"/>
                </a:lnTo>
                <a:close/>
              </a:path>
              <a:path w="1517014" h="113030">
                <a:moveTo>
                  <a:pt x="886206" y="3048"/>
                </a:moveTo>
                <a:lnTo>
                  <a:pt x="872490" y="3048"/>
                </a:lnTo>
                <a:lnTo>
                  <a:pt x="872363" y="92963"/>
                </a:lnTo>
                <a:lnTo>
                  <a:pt x="886206" y="92963"/>
                </a:lnTo>
                <a:lnTo>
                  <a:pt x="886206" y="3048"/>
                </a:lnTo>
                <a:close/>
              </a:path>
              <a:path w="1517014" h="113030">
                <a:moveTo>
                  <a:pt x="963549" y="16001"/>
                </a:moveTo>
                <a:lnTo>
                  <a:pt x="949833" y="16001"/>
                </a:lnTo>
                <a:lnTo>
                  <a:pt x="949833" y="109727"/>
                </a:lnTo>
                <a:lnTo>
                  <a:pt x="963549" y="109727"/>
                </a:lnTo>
                <a:lnTo>
                  <a:pt x="963549" y="16001"/>
                </a:lnTo>
                <a:close/>
              </a:path>
              <a:path w="1517014" h="113030">
                <a:moveTo>
                  <a:pt x="1000125" y="3048"/>
                </a:moveTo>
                <a:lnTo>
                  <a:pt x="913257" y="3048"/>
                </a:lnTo>
                <a:lnTo>
                  <a:pt x="913257" y="16001"/>
                </a:lnTo>
                <a:lnTo>
                  <a:pt x="1000125" y="16001"/>
                </a:lnTo>
                <a:lnTo>
                  <a:pt x="1000125" y="3048"/>
                </a:lnTo>
                <a:close/>
              </a:path>
              <a:path w="1517014" h="113030">
                <a:moveTo>
                  <a:pt x="1079373" y="3048"/>
                </a:moveTo>
                <a:lnTo>
                  <a:pt x="1037463" y="3048"/>
                </a:lnTo>
                <a:lnTo>
                  <a:pt x="1010031" y="109727"/>
                </a:lnTo>
                <a:lnTo>
                  <a:pt x="1023747" y="109727"/>
                </a:lnTo>
                <a:lnTo>
                  <a:pt x="1032129" y="78485"/>
                </a:lnTo>
                <a:lnTo>
                  <a:pt x="1098771" y="78485"/>
                </a:lnTo>
                <a:lnTo>
                  <a:pt x="1095440" y="65531"/>
                </a:lnTo>
                <a:lnTo>
                  <a:pt x="1035177" y="65531"/>
                </a:lnTo>
                <a:lnTo>
                  <a:pt x="1048131" y="16001"/>
                </a:lnTo>
                <a:lnTo>
                  <a:pt x="1082704" y="16001"/>
                </a:lnTo>
                <a:lnTo>
                  <a:pt x="1079373" y="3048"/>
                </a:lnTo>
                <a:close/>
              </a:path>
              <a:path w="1517014" h="113030">
                <a:moveTo>
                  <a:pt x="1098771" y="78485"/>
                </a:moveTo>
                <a:lnTo>
                  <a:pt x="1084707" y="78485"/>
                </a:lnTo>
                <a:lnTo>
                  <a:pt x="1093089" y="109727"/>
                </a:lnTo>
                <a:lnTo>
                  <a:pt x="1106805" y="109727"/>
                </a:lnTo>
                <a:lnTo>
                  <a:pt x="1098771" y="78485"/>
                </a:lnTo>
                <a:close/>
              </a:path>
              <a:path w="1517014" h="113030">
                <a:moveTo>
                  <a:pt x="1082704" y="16001"/>
                </a:moveTo>
                <a:lnTo>
                  <a:pt x="1068705" y="16001"/>
                </a:lnTo>
                <a:lnTo>
                  <a:pt x="1081659" y="65531"/>
                </a:lnTo>
                <a:lnTo>
                  <a:pt x="1095440" y="65531"/>
                </a:lnTo>
                <a:lnTo>
                  <a:pt x="1082704" y="16001"/>
                </a:lnTo>
                <a:close/>
              </a:path>
              <a:path w="1517014" h="113030">
                <a:moveTo>
                  <a:pt x="1165098" y="3048"/>
                </a:moveTo>
                <a:lnTo>
                  <a:pt x="1143000" y="3048"/>
                </a:lnTo>
                <a:lnTo>
                  <a:pt x="1143000" y="109727"/>
                </a:lnTo>
                <a:lnTo>
                  <a:pt x="1156716" y="109727"/>
                </a:lnTo>
                <a:lnTo>
                  <a:pt x="1156589" y="16763"/>
                </a:lnTo>
                <a:lnTo>
                  <a:pt x="1171498" y="16763"/>
                </a:lnTo>
                <a:lnTo>
                  <a:pt x="1165098" y="3048"/>
                </a:lnTo>
                <a:close/>
              </a:path>
              <a:path w="1517014" h="113030">
                <a:moveTo>
                  <a:pt x="1258062" y="16763"/>
                </a:moveTo>
                <a:lnTo>
                  <a:pt x="1244473" y="16763"/>
                </a:lnTo>
                <a:lnTo>
                  <a:pt x="1244346" y="109727"/>
                </a:lnTo>
                <a:lnTo>
                  <a:pt x="1258062" y="109727"/>
                </a:lnTo>
                <a:lnTo>
                  <a:pt x="1258062" y="16763"/>
                </a:lnTo>
                <a:close/>
              </a:path>
              <a:path w="1517014" h="113030">
                <a:moveTo>
                  <a:pt x="1171498" y="16763"/>
                </a:moveTo>
                <a:lnTo>
                  <a:pt x="1156843" y="16763"/>
                </a:lnTo>
                <a:lnTo>
                  <a:pt x="1187958" y="83820"/>
                </a:lnTo>
                <a:lnTo>
                  <a:pt x="1213104" y="83820"/>
                </a:lnTo>
                <a:lnTo>
                  <a:pt x="1218761" y="71627"/>
                </a:lnTo>
                <a:lnTo>
                  <a:pt x="1197102" y="71627"/>
                </a:lnTo>
                <a:lnTo>
                  <a:pt x="1171498" y="16763"/>
                </a:lnTo>
                <a:close/>
              </a:path>
              <a:path w="1517014" h="113030">
                <a:moveTo>
                  <a:pt x="1258062" y="3048"/>
                </a:moveTo>
                <a:lnTo>
                  <a:pt x="1235964" y="3048"/>
                </a:lnTo>
                <a:lnTo>
                  <a:pt x="1203960" y="71627"/>
                </a:lnTo>
                <a:lnTo>
                  <a:pt x="1218761" y="71627"/>
                </a:lnTo>
                <a:lnTo>
                  <a:pt x="1244219" y="16763"/>
                </a:lnTo>
                <a:lnTo>
                  <a:pt x="1258062" y="16763"/>
                </a:lnTo>
                <a:lnTo>
                  <a:pt x="1258062" y="3048"/>
                </a:lnTo>
                <a:close/>
              </a:path>
              <a:path w="1517014" h="113030">
                <a:moveTo>
                  <a:pt x="1353693" y="0"/>
                </a:moveTo>
                <a:lnTo>
                  <a:pt x="1337691" y="0"/>
                </a:lnTo>
                <a:lnTo>
                  <a:pt x="1330198" y="1397"/>
                </a:lnTo>
                <a:lnTo>
                  <a:pt x="1297051" y="26924"/>
                </a:lnTo>
                <a:lnTo>
                  <a:pt x="1290066" y="48132"/>
                </a:lnTo>
                <a:lnTo>
                  <a:pt x="1290066" y="64643"/>
                </a:lnTo>
                <a:lnTo>
                  <a:pt x="1310767" y="101853"/>
                </a:lnTo>
                <a:lnTo>
                  <a:pt x="1337691" y="112775"/>
                </a:lnTo>
                <a:lnTo>
                  <a:pt x="1353693" y="112775"/>
                </a:lnTo>
                <a:lnTo>
                  <a:pt x="1361059" y="111378"/>
                </a:lnTo>
                <a:lnTo>
                  <a:pt x="1374648" y="105791"/>
                </a:lnTo>
                <a:lnTo>
                  <a:pt x="1380490" y="101853"/>
                </a:lnTo>
                <a:lnTo>
                  <a:pt x="1382521" y="99822"/>
                </a:lnTo>
                <a:lnTo>
                  <a:pt x="1339596" y="99822"/>
                </a:lnTo>
                <a:lnTo>
                  <a:pt x="1334008" y="98805"/>
                </a:lnTo>
                <a:lnTo>
                  <a:pt x="1328801" y="96647"/>
                </a:lnTo>
                <a:lnTo>
                  <a:pt x="1323721" y="94614"/>
                </a:lnTo>
                <a:lnTo>
                  <a:pt x="1319469" y="91821"/>
                </a:lnTo>
                <a:lnTo>
                  <a:pt x="1311910" y="84074"/>
                </a:lnTo>
                <a:lnTo>
                  <a:pt x="1308989" y="79501"/>
                </a:lnTo>
                <a:lnTo>
                  <a:pt x="1306957" y="74168"/>
                </a:lnTo>
                <a:lnTo>
                  <a:pt x="1304798" y="68833"/>
                </a:lnTo>
                <a:lnTo>
                  <a:pt x="1303782" y="62864"/>
                </a:lnTo>
                <a:lnTo>
                  <a:pt x="1303782" y="49910"/>
                </a:lnTo>
                <a:lnTo>
                  <a:pt x="1304798" y="43942"/>
                </a:lnTo>
                <a:lnTo>
                  <a:pt x="1306957" y="38607"/>
                </a:lnTo>
                <a:lnTo>
                  <a:pt x="1308989" y="33274"/>
                </a:lnTo>
                <a:lnTo>
                  <a:pt x="1311910" y="28701"/>
                </a:lnTo>
                <a:lnTo>
                  <a:pt x="1319276" y="21081"/>
                </a:lnTo>
                <a:lnTo>
                  <a:pt x="1323721" y="18160"/>
                </a:lnTo>
                <a:lnTo>
                  <a:pt x="1328801" y="16128"/>
                </a:lnTo>
                <a:lnTo>
                  <a:pt x="1334008" y="13970"/>
                </a:lnTo>
                <a:lnTo>
                  <a:pt x="1339596" y="12953"/>
                </a:lnTo>
                <a:lnTo>
                  <a:pt x="1382521" y="12953"/>
                </a:lnTo>
                <a:lnTo>
                  <a:pt x="1380490" y="10922"/>
                </a:lnTo>
                <a:lnTo>
                  <a:pt x="1374648" y="6984"/>
                </a:lnTo>
                <a:lnTo>
                  <a:pt x="1361059" y="1397"/>
                </a:lnTo>
                <a:lnTo>
                  <a:pt x="1353693" y="0"/>
                </a:lnTo>
                <a:close/>
              </a:path>
              <a:path w="1517014" h="113030">
                <a:moveTo>
                  <a:pt x="1382521" y="12953"/>
                </a:moveTo>
                <a:lnTo>
                  <a:pt x="1351788" y="12953"/>
                </a:lnTo>
                <a:lnTo>
                  <a:pt x="1357376" y="13970"/>
                </a:lnTo>
                <a:lnTo>
                  <a:pt x="1362583" y="16128"/>
                </a:lnTo>
                <a:lnTo>
                  <a:pt x="1384427" y="38607"/>
                </a:lnTo>
                <a:lnTo>
                  <a:pt x="1386586" y="43942"/>
                </a:lnTo>
                <a:lnTo>
                  <a:pt x="1387602" y="49910"/>
                </a:lnTo>
                <a:lnTo>
                  <a:pt x="1387602" y="62864"/>
                </a:lnTo>
                <a:lnTo>
                  <a:pt x="1386586" y="68833"/>
                </a:lnTo>
                <a:lnTo>
                  <a:pt x="1384427" y="74168"/>
                </a:lnTo>
                <a:lnTo>
                  <a:pt x="1382395" y="79501"/>
                </a:lnTo>
                <a:lnTo>
                  <a:pt x="1379474" y="84074"/>
                </a:lnTo>
                <a:lnTo>
                  <a:pt x="1371914" y="91821"/>
                </a:lnTo>
                <a:lnTo>
                  <a:pt x="1367663" y="94614"/>
                </a:lnTo>
                <a:lnTo>
                  <a:pt x="1362583" y="96647"/>
                </a:lnTo>
                <a:lnTo>
                  <a:pt x="1357376" y="98805"/>
                </a:lnTo>
                <a:lnTo>
                  <a:pt x="1351788" y="99822"/>
                </a:lnTo>
                <a:lnTo>
                  <a:pt x="1382521" y="99822"/>
                </a:lnTo>
                <a:lnTo>
                  <a:pt x="1401318" y="64643"/>
                </a:lnTo>
                <a:lnTo>
                  <a:pt x="1401318" y="48132"/>
                </a:lnTo>
                <a:lnTo>
                  <a:pt x="1399921" y="40639"/>
                </a:lnTo>
                <a:lnTo>
                  <a:pt x="1394333" y="26924"/>
                </a:lnTo>
                <a:lnTo>
                  <a:pt x="1390479" y="21081"/>
                </a:lnTo>
                <a:lnTo>
                  <a:pt x="1385443" y="15875"/>
                </a:lnTo>
                <a:lnTo>
                  <a:pt x="1382521" y="12953"/>
                </a:lnTo>
                <a:close/>
              </a:path>
              <a:path w="1517014" h="113030">
                <a:moveTo>
                  <a:pt x="1445895" y="79248"/>
                </a:moveTo>
                <a:lnTo>
                  <a:pt x="1432179" y="79248"/>
                </a:lnTo>
                <a:lnTo>
                  <a:pt x="1433118" y="83947"/>
                </a:lnTo>
                <a:lnTo>
                  <a:pt x="1433506" y="85725"/>
                </a:lnTo>
                <a:lnTo>
                  <a:pt x="1435989" y="91185"/>
                </a:lnTo>
                <a:lnTo>
                  <a:pt x="1439761" y="96138"/>
                </a:lnTo>
                <a:lnTo>
                  <a:pt x="1441196" y="98171"/>
                </a:lnTo>
                <a:lnTo>
                  <a:pt x="1471549" y="112775"/>
                </a:lnTo>
                <a:lnTo>
                  <a:pt x="1482852" y="112775"/>
                </a:lnTo>
                <a:lnTo>
                  <a:pt x="1510264" y="99822"/>
                </a:lnTo>
                <a:lnTo>
                  <a:pt x="1469898" y="99822"/>
                </a:lnTo>
                <a:lnTo>
                  <a:pt x="1464691" y="98805"/>
                </a:lnTo>
                <a:lnTo>
                  <a:pt x="1460627" y="96647"/>
                </a:lnTo>
                <a:lnTo>
                  <a:pt x="1456690" y="94614"/>
                </a:lnTo>
                <a:lnTo>
                  <a:pt x="1453642" y="92201"/>
                </a:lnTo>
                <a:lnTo>
                  <a:pt x="1451356" y="89661"/>
                </a:lnTo>
                <a:lnTo>
                  <a:pt x="1448689" y="86613"/>
                </a:lnTo>
                <a:lnTo>
                  <a:pt x="1446911" y="83057"/>
                </a:lnTo>
                <a:lnTo>
                  <a:pt x="1445895" y="79248"/>
                </a:lnTo>
                <a:close/>
              </a:path>
              <a:path w="1517014" h="113030">
                <a:moveTo>
                  <a:pt x="1479296" y="0"/>
                </a:moveTo>
                <a:lnTo>
                  <a:pt x="1469009" y="0"/>
                </a:lnTo>
                <a:lnTo>
                  <a:pt x="1463675" y="888"/>
                </a:lnTo>
                <a:lnTo>
                  <a:pt x="1436751" y="35305"/>
                </a:lnTo>
                <a:lnTo>
                  <a:pt x="1437640" y="39243"/>
                </a:lnTo>
                <a:lnTo>
                  <a:pt x="1457833" y="56514"/>
                </a:lnTo>
                <a:lnTo>
                  <a:pt x="1461770" y="58038"/>
                </a:lnTo>
                <a:lnTo>
                  <a:pt x="1465834" y="59435"/>
                </a:lnTo>
                <a:lnTo>
                  <a:pt x="1486027" y="65150"/>
                </a:lnTo>
                <a:lnTo>
                  <a:pt x="1489583" y="66421"/>
                </a:lnTo>
                <a:lnTo>
                  <a:pt x="1492631" y="67945"/>
                </a:lnTo>
                <a:lnTo>
                  <a:pt x="1495806" y="69469"/>
                </a:lnTo>
                <a:lnTo>
                  <a:pt x="1498346" y="71374"/>
                </a:lnTo>
                <a:lnTo>
                  <a:pt x="1500251" y="73405"/>
                </a:lnTo>
                <a:lnTo>
                  <a:pt x="1502156" y="75564"/>
                </a:lnTo>
                <a:lnTo>
                  <a:pt x="1503045" y="78231"/>
                </a:lnTo>
                <a:lnTo>
                  <a:pt x="1503045" y="83947"/>
                </a:lnTo>
                <a:lnTo>
                  <a:pt x="1502537" y="86359"/>
                </a:lnTo>
                <a:lnTo>
                  <a:pt x="1501394" y="88519"/>
                </a:lnTo>
                <a:lnTo>
                  <a:pt x="1500378" y="90804"/>
                </a:lnTo>
                <a:lnTo>
                  <a:pt x="1498727" y="92709"/>
                </a:lnTo>
                <a:lnTo>
                  <a:pt x="1496568" y="94360"/>
                </a:lnTo>
                <a:lnTo>
                  <a:pt x="1494409" y="96138"/>
                </a:lnTo>
                <a:lnTo>
                  <a:pt x="1491615" y="97408"/>
                </a:lnTo>
                <a:lnTo>
                  <a:pt x="1488313" y="98425"/>
                </a:lnTo>
                <a:lnTo>
                  <a:pt x="1484884" y="99313"/>
                </a:lnTo>
                <a:lnTo>
                  <a:pt x="1480947" y="99822"/>
                </a:lnTo>
                <a:lnTo>
                  <a:pt x="1510264" y="99822"/>
                </a:lnTo>
                <a:lnTo>
                  <a:pt x="1512213" y="97408"/>
                </a:lnTo>
                <a:lnTo>
                  <a:pt x="1512612" y="96647"/>
                </a:lnTo>
                <a:lnTo>
                  <a:pt x="1515872" y="89661"/>
                </a:lnTo>
                <a:lnTo>
                  <a:pt x="1516761" y="85725"/>
                </a:lnTo>
                <a:lnTo>
                  <a:pt x="1516761" y="75183"/>
                </a:lnTo>
                <a:lnTo>
                  <a:pt x="1483614" y="51180"/>
                </a:lnTo>
                <a:lnTo>
                  <a:pt x="1477899" y="49656"/>
                </a:lnTo>
                <a:lnTo>
                  <a:pt x="1472565" y="48132"/>
                </a:lnTo>
                <a:lnTo>
                  <a:pt x="1467612" y="46354"/>
                </a:lnTo>
                <a:lnTo>
                  <a:pt x="1462659" y="44703"/>
                </a:lnTo>
                <a:lnTo>
                  <a:pt x="1458595" y="42672"/>
                </a:lnTo>
                <a:lnTo>
                  <a:pt x="1455293" y="40258"/>
                </a:lnTo>
                <a:lnTo>
                  <a:pt x="1452118" y="37973"/>
                </a:lnTo>
                <a:lnTo>
                  <a:pt x="1450467" y="34671"/>
                </a:lnTo>
                <a:lnTo>
                  <a:pt x="1450467" y="28194"/>
                </a:lnTo>
                <a:lnTo>
                  <a:pt x="1456690" y="18287"/>
                </a:lnTo>
                <a:lnTo>
                  <a:pt x="1458722" y="16636"/>
                </a:lnTo>
                <a:lnTo>
                  <a:pt x="1461262" y="15367"/>
                </a:lnTo>
                <a:lnTo>
                  <a:pt x="1464310" y="14350"/>
                </a:lnTo>
                <a:lnTo>
                  <a:pt x="1467358" y="13461"/>
                </a:lnTo>
                <a:lnTo>
                  <a:pt x="1470025" y="13080"/>
                </a:lnTo>
                <a:lnTo>
                  <a:pt x="1507617" y="13080"/>
                </a:lnTo>
                <a:lnTo>
                  <a:pt x="1505839" y="11302"/>
                </a:lnTo>
                <a:lnTo>
                  <a:pt x="1501648" y="7620"/>
                </a:lnTo>
                <a:lnTo>
                  <a:pt x="1499235" y="5969"/>
                </a:lnTo>
                <a:lnTo>
                  <a:pt x="1496441" y="4699"/>
                </a:lnTo>
                <a:lnTo>
                  <a:pt x="1493774" y="3301"/>
                </a:lnTo>
                <a:lnTo>
                  <a:pt x="1490599" y="2158"/>
                </a:lnTo>
                <a:lnTo>
                  <a:pt x="1483360" y="380"/>
                </a:lnTo>
                <a:lnTo>
                  <a:pt x="1479296" y="0"/>
                </a:lnTo>
                <a:close/>
              </a:path>
              <a:path w="1517014" h="113030">
                <a:moveTo>
                  <a:pt x="1507617" y="13080"/>
                </a:moveTo>
                <a:lnTo>
                  <a:pt x="1481382" y="13080"/>
                </a:lnTo>
                <a:lnTo>
                  <a:pt x="1485519" y="13843"/>
                </a:lnTo>
                <a:lnTo>
                  <a:pt x="1492631" y="17399"/>
                </a:lnTo>
                <a:lnTo>
                  <a:pt x="1502283" y="29718"/>
                </a:lnTo>
                <a:lnTo>
                  <a:pt x="1515999" y="29718"/>
                </a:lnTo>
                <a:lnTo>
                  <a:pt x="1514729" y="24256"/>
                </a:lnTo>
                <a:lnTo>
                  <a:pt x="1512316" y="19303"/>
                </a:lnTo>
                <a:lnTo>
                  <a:pt x="1509014" y="14985"/>
                </a:lnTo>
                <a:lnTo>
                  <a:pt x="1507617" y="130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5" name="object 25" descr=""/>
          <p:cNvGrpSpPr/>
          <p:nvPr/>
        </p:nvGrpSpPr>
        <p:grpSpPr>
          <a:xfrm>
            <a:off x="7073645" y="9133599"/>
            <a:ext cx="3997325" cy="591820"/>
            <a:chOff x="7073645" y="9133599"/>
            <a:chExt cx="3997325" cy="591820"/>
          </a:xfrm>
        </p:grpSpPr>
        <p:sp>
          <p:nvSpPr>
            <p:cNvPr id="26" name="object 26" descr=""/>
            <p:cNvSpPr/>
            <p:nvPr/>
          </p:nvSpPr>
          <p:spPr>
            <a:xfrm>
              <a:off x="7258430" y="9426168"/>
              <a:ext cx="54610" cy="54610"/>
            </a:xfrm>
            <a:custGeom>
              <a:avLst/>
              <a:gdLst/>
              <a:ahLst/>
              <a:cxnLst/>
              <a:rect l="l" t="t" r="r" b="b"/>
              <a:pathLst>
                <a:path w="54609" h="54609">
                  <a:moveTo>
                    <a:pt x="34544" y="0"/>
                  </a:moveTo>
                  <a:lnTo>
                    <a:pt x="19685" y="0"/>
                  </a:lnTo>
                  <a:lnTo>
                    <a:pt x="13335" y="2641"/>
                  </a:lnTo>
                  <a:lnTo>
                    <a:pt x="2667" y="13195"/>
                  </a:lnTo>
                  <a:lnTo>
                    <a:pt x="0" y="19570"/>
                  </a:lnTo>
                  <a:lnTo>
                    <a:pt x="0" y="27063"/>
                  </a:lnTo>
                  <a:lnTo>
                    <a:pt x="0" y="34544"/>
                  </a:lnTo>
                  <a:lnTo>
                    <a:pt x="2667" y="40944"/>
                  </a:lnTo>
                  <a:lnTo>
                    <a:pt x="13335" y="51574"/>
                  </a:lnTo>
                  <a:lnTo>
                    <a:pt x="19685" y="54229"/>
                  </a:lnTo>
                  <a:lnTo>
                    <a:pt x="34544" y="54229"/>
                  </a:lnTo>
                  <a:lnTo>
                    <a:pt x="40894" y="51574"/>
                  </a:lnTo>
                  <a:lnTo>
                    <a:pt x="51562" y="40944"/>
                  </a:lnTo>
                  <a:lnTo>
                    <a:pt x="54228" y="34544"/>
                  </a:lnTo>
                  <a:lnTo>
                    <a:pt x="54228" y="19570"/>
                  </a:lnTo>
                  <a:lnTo>
                    <a:pt x="51562" y="13195"/>
                  </a:lnTo>
                  <a:lnTo>
                    <a:pt x="40894" y="2641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 descr="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073645" y="9133599"/>
              <a:ext cx="3997071" cy="59131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67075" y="3505200"/>
            <a:ext cx="5705475" cy="1514475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28975" y="5448300"/>
            <a:ext cx="5743575" cy="1504950"/>
          </a:xfrm>
          <a:prstGeom prst="rect">
            <a:avLst/>
          </a:prstGeom>
        </p:spPr>
      </p:pic>
      <p:grpSp>
        <p:nvGrpSpPr>
          <p:cNvPr id="4" name="object 4" descr=""/>
          <p:cNvGrpSpPr/>
          <p:nvPr/>
        </p:nvGrpSpPr>
        <p:grpSpPr>
          <a:xfrm>
            <a:off x="2505075" y="3495675"/>
            <a:ext cx="1524000" cy="1533525"/>
            <a:chOff x="2505075" y="3495675"/>
            <a:chExt cx="1524000" cy="1533525"/>
          </a:xfrm>
        </p:grpSpPr>
        <p:sp>
          <p:nvSpPr>
            <p:cNvPr id="5" name="object 5" descr=""/>
            <p:cNvSpPr/>
            <p:nvPr/>
          </p:nvSpPr>
          <p:spPr>
            <a:xfrm>
              <a:off x="2514600" y="3505200"/>
              <a:ext cx="1504950" cy="1514475"/>
            </a:xfrm>
            <a:custGeom>
              <a:avLst/>
              <a:gdLst/>
              <a:ahLst/>
              <a:cxnLst/>
              <a:rect l="l" t="t" r="r" b="b"/>
              <a:pathLst>
                <a:path w="1504950" h="1514475">
                  <a:moveTo>
                    <a:pt x="752475" y="0"/>
                  </a:moveTo>
                  <a:lnTo>
                    <a:pt x="704891" y="1489"/>
                  </a:lnTo>
                  <a:lnTo>
                    <a:pt x="658093" y="5898"/>
                  </a:lnTo>
                  <a:lnTo>
                    <a:pt x="612169" y="13139"/>
                  </a:lnTo>
                  <a:lnTo>
                    <a:pt x="567208" y="23122"/>
                  </a:lnTo>
                  <a:lnTo>
                    <a:pt x="523297" y="35759"/>
                  </a:lnTo>
                  <a:lnTo>
                    <a:pt x="480524" y="50962"/>
                  </a:lnTo>
                  <a:lnTo>
                    <a:pt x="438979" y="68641"/>
                  </a:lnTo>
                  <a:lnTo>
                    <a:pt x="398748" y="88707"/>
                  </a:lnTo>
                  <a:lnTo>
                    <a:pt x="359921" y="111073"/>
                  </a:lnTo>
                  <a:lnTo>
                    <a:pt x="322585" y="135650"/>
                  </a:lnTo>
                  <a:lnTo>
                    <a:pt x="286829" y="162349"/>
                  </a:lnTo>
                  <a:lnTo>
                    <a:pt x="252741" y="191081"/>
                  </a:lnTo>
                  <a:lnTo>
                    <a:pt x="220408" y="221757"/>
                  </a:lnTo>
                  <a:lnTo>
                    <a:pt x="189920" y="254290"/>
                  </a:lnTo>
                  <a:lnTo>
                    <a:pt x="161363" y="288590"/>
                  </a:lnTo>
                  <a:lnTo>
                    <a:pt x="134828" y="324568"/>
                  </a:lnTo>
                  <a:lnTo>
                    <a:pt x="110401" y="362137"/>
                  </a:lnTo>
                  <a:lnTo>
                    <a:pt x="88171" y="401207"/>
                  </a:lnTo>
                  <a:lnTo>
                    <a:pt x="68226" y="441689"/>
                  </a:lnTo>
                  <a:lnTo>
                    <a:pt x="50654" y="483495"/>
                  </a:lnTo>
                  <a:lnTo>
                    <a:pt x="35544" y="526537"/>
                  </a:lnTo>
                  <a:lnTo>
                    <a:pt x="22983" y="570726"/>
                  </a:lnTo>
                  <a:lnTo>
                    <a:pt x="13060" y="615972"/>
                  </a:lnTo>
                  <a:lnTo>
                    <a:pt x="5863" y="662188"/>
                  </a:lnTo>
                  <a:lnTo>
                    <a:pt x="1480" y="709285"/>
                  </a:lnTo>
                  <a:lnTo>
                    <a:pt x="0" y="757174"/>
                  </a:lnTo>
                  <a:lnTo>
                    <a:pt x="1480" y="805076"/>
                  </a:lnTo>
                  <a:lnTo>
                    <a:pt x="5863" y="852186"/>
                  </a:lnTo>
                  <a:lnTo>
                    <a:pt x="13060" y="898414"/>
                  </a:lnTo>
                  <a:lnTo>
                    <a:pt x="22983" y="943671"/>
                  </a:lnTo>
                  <a:lnTo>
                    <a:pt x="35544" y="987870"/>
                  </a:lnTo>
                  <a:lnTo>
                    <a:pt x="50654" y="1030921"/>
                  </a:lnTo>
                  <a:lnTo>
                    <a:pt x="68226" y="1072735"/>
                  </a:lnTo>
                  <a:lnTo>
                    <a:pt x="88171" y="1113225"/>
                  </a:lnTo>
                  <a:lnTo>
                    <a:pt x="110401" y="1152302"/>
                  </a:lnTo>
                  <a:lnTo>
                    <a:pt x="134828" y="1189876"/>
                  </a:lnTo>
                  <a:lnTo>
                    <a:pt x="161363" y="1225860"/>
                  </a:lnTo>
                  <a:lnTo>
                    <a:pt x="189920" y="1260164"/>
                  </a:lnTo>
                  <a:lnTo>
                    <a:pt x="220408" y="1292701"/>
                  </a:lnTo>
                  <a:lnTo>
                    <a:pt x="252741" y="1323381"/>
                  </a:lnTo>
                  <a:lnTo>
                    <a:pt x="286829" y="1352116"/>
                  </a:lnTo>
                  <a:lnTo>
                    <a:pt x="322585" y="1378817"/>
                  </a:lnTo>
                  <a:lnTo>
                    <a:pt x="359921" y="1403395"/>
                  </a:lnTo>
                  <a:lnTo>
                    <a:pt x="398748" y="1425763"/>
                  </a:lnTo>
                  <a:lnTo>
                    <a:pt x="438979" y="1445831"/>
                  </a:lnTo>
                  <a:lnTo>
                    <a:pt x="480524" y="1463511"/>
                  </a:lnTo>
                  <a:lnTo>
                    <a:pt x="523297" y="1478714"/>
                  </a:lnTo>
                  <a:lnTo>
                    <a:pt x="567208" y="1491351"/>
                  </a:lnTo>
                  <a:lnTo>
                    <a:pt x="612169" y="1501335"/>
                  </a:lnTo>
                  <a:lnTo>
                    <a:pt x="658093" y="1508576"/>
                  </a:lnTo>
                  <a:lnTo>
                    <a:pt x="704891" y="1512985"/>
                  </a:lnTo>
                  <a:lnTo>
                    <a:pt x="752475" y="1514475"/>
                  </a:lnTo>
                  <a:lnTo>
                    <a:pt x="800058" y="1512985"/>
                  </a:lnTo>
                  <a:lnTo>
                    <a:pt x="846856" y="1508576"/>
                  </a:lnTo>
                  <a:lnTo>
                    <a:pt x="892780" y="1501335"/>
                  </a:lnTo>
                  <a:lnTo>
                    <a:pt x="937741" y="1491351"/>
                  </a:lnTo>
                  <a:lnTo>
                    <a:pt x="981652" y="1478714"/>
                  </a:lnTo>
                  <a:lnTo>
                    <a:pt x="1024425" y="1463511"/>
                  </a:lnTo>
                  <a:lnTo>
                    <a:pt x="1065970" y="1445831"/>
                  </a:lnTo>
                  <a:lnTo>
                    <a:pt x="1106201" y="1425763"/>
                  </a:lnTo>
                  <a:lnTo>
                    <a:pt x="1145028" y="1403395"/>
                  </a:lnTo>
                  <a:lnTo>
                    <a:pt x="1182364" y="1378817"/>
                  </a:lnTo>
                  <a:lnTo>
                    <a:pt x="1218120" y="1352116"/>
                  </a:lnTo>
                  <a:lnTo>
                    <a:pt x="1252208" y="1323381"/>
                  </a:lnTo>
                  <a:lnTo>
                    <a:pt x="1284541" y="1292701"/>
                  </a:lnTo>
                  <a:lnTo>
                    <a:pt x="1315029" y="1260164"/>
                  </a:lnTo>
                  <a:lnTo>
                    <a:pt x="1343586" y="1225860"/>
                  </a:lnTo>
                  <a:lnTo>
                    <a:pt x="1370121" y="1189876"/>
                  </a:lnTo>
                  <a:lnTo>
                    <a:pt x="1394548" y="1152302"/>
                  </a:lnTo>
                  <a:lnTo>
                    <a:pt x="1416778" y="1113225"/>
                  </a:lnTo>
                  <a:lnTo>
                    <a:pt x="1436723" y="1072735"/>
                  </a:lnTo>
                  <a:lnTo>
                    <a:pt x="1454295" y="1030921"/>
                  </a:lnTo>
                  <a:lnTo>
                    <a:pt x="1469405" y="987870"/>
                  </a:lnTo>
                  <a:lnTo>
                    <a:pt x="1481966" y="943671"/>
                  </a:lnTo>
                  <a:lnTo>
                    <a:pt x="1491889" y="898414"/>
                  </a:lnTo>
                  <a:lnTo>
                    <a:pt x="1499086" y="852186"/>
                  </a:lnTo>
                  <a:lnTo>
                    <a:pt x="1503469" y="805076"/>
                  </a:lnTo>
                  <a:lnTo>
                    <a:pt x="1504950" y="757174"/>
                  </a:lnTo>
                  <a:lnTo>
                    <a:pt x="1503469" y="709285"/>
                  </a:lnTo>
                  <a:lnTo>
                    <a:pt x="1499086" y="662188"/>
                  </a:lnTo>
                  <a:lnTo>
                    <a:pt x="1491889" y="615972"/>
                  </a:lnTo>
                  <a:lnTo>
                    <a:pt x="1481966" y="570726"/>
                  </a:lnTo>
                  <a:lnTo>
                    <a:pt x="1469405" y="526537"/>
                  </a:lnTo>
                  <a:lnTo>
                    <a:pt x="1454295" y="483495"/>
                  </a:lnTo>
                  <a:lnTo>
                    <a:pt x="1436723" y="441689"/>
                  </a:lnTo>
                  <a:lnTo>
                    <a:pt x="1416778" y="401207"/>
                  </a:lnTo>
                  <a:lnTo>
                    <a:pt x="1394548" y="362137"/>
                  </a:lnTo>
                  <a:lnTo>
                    <a:pt x="1370121" y="324568"/>
                  </a:lnTo>
                  <a:lnTo>
                    <a:pt x="1343586" y="288590"/>
                  </a:lnTo>
                  <a:lnTo>
                    <a:pt x="1315029" y="254290"/>
                  </a:lnTo>
                  <a:lnTo>
                    <a:pt x="1284541" y="221757"/>
                  </a:lnTo>
                  <a:lnTo>
                    <a:pt x="1252208" y="191081"/>
                  </a:lnTo>
                  <a:lnTo>
                    <a:pt x="1218120" y="162349"/>
                  </a:lnTo>
                  <a:lnTo>
                    <a:pt x="1182364" y="135650"/>
                  </a:lnTo>
                  <a:lnTo>
                    <a:pt x="1145028" y="111073"/>
                  </a:lnTo>
                  <a:lnTo>
                    <a:pt x="1106201" y="88707"/>
                  </a:lnTo>
                  <a:lnTo>
                    <a:pt x="1065970" y="68641"/>
                  </a:lnTo>
                  <a:lnTo>
                    <a:pt x="1024425" y="50962"/>
                  </a:lnTo>
                  <a:lnTo>
                    <a:pt x="981652" y="35759"/>
                  </a:lnTo>
                  <a:lnTo>
                    <a:pt x="937741" y="23122"/>
                  </a:lnTo>
                  <a:lnTo>
                    <a:pt x="892780" y="13139"/>
                  </a:lnTo>
                  <a:lnTo>
                    <a:pt x="846856" y="5898"/>
                  </a:lnTo>
                  <a:lnTo>
                    <a:pt x="800058" y="1489"/>
                  </a:lnTo>
                  <a:lnTo>
                    <a:pt x="752475" y="0"/>
                  </a:lnTo>
                  <a:close/>
                </a:path>
              </a:pathLst>
            </a:custGeom>
            <a:solidFill>
              <a:srgbClr val="11051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 descr=""/>
            <p:cNvSpPr/>
            <p:nvPr/>
          </p:nvSpPr>
          <p:spPr>
            <a:xfrm>
              <a:off x="2514600" y="3505200"/>
              <a:ext cx="1504950" cy="1514475"/>
            </a:xfrm>
            <a:custGeom>
              <a:avLst/>
              <a:gdLst/>
              <a:ahLst/>
              <a:cxnLst/>
              <a:rect l="l" t="t" r="r" b="b"/>
              <a:pathLst>
                <a:path w="1504950" h="1514475">
                  <a:moveTo>
                    <a:pt x="752475" y="0"/>
                  </a:moveTo>
                  <a:lnTo>
                    <a:pt x="704891" y="1489"/>
                  </a:lnTo>
                  <a:lnTo>
                    <a:pt x="658093" y="5898"/>
                  </a:lnTo>
                  <a:lnTo>
                    <a:pt x="612169" y="13139"/>
                  </a:lnTo>
                  <a:lnTo>
                    <a:pt x="567208" y="23122"/>
                  </a:lnTo>
                  <a:lnTo>
                    <a:pt x="523297" y="35759"/>
                  </a:lnTo>
                  <a:lnTo>
                    <a:pt x="480524" y="50962"/>
                  </a:lnTo>
                  <a:lnTo>
                    <a:pt x="438979" y="68641"/>
                  </a:lnTo>
                  <a:lnTo>
                    <a:pt x="398748" y="88707"/>
                  </a:lnTo>
                  <a:lnTo>
                    <a:pt x="359921" y="111073"/>
                  </a:lnTo>
                  <a:lnTo>
                    <a:pt x="322585" y="135650"/>
                  </a:lnTo>
                  <a:lnTo>
                    <a:pt x="286829" y="162349"/>
                  </a:lnTo>
                  <a:lnTo>
                    <a:pt x="252741" y="191081"/>
                  </a:lnTo>
                  <a:lnTo>
                    <a:pt x="220408" y="221757"/>
                  </a:lnTo>
                  <a:lnTo>
                    <a:pt x="189920" y="254290"/>
                  </a:lnTo>
                  <a:lnTo>
                    <a:pt x="161363" y="288590"/>
                  </a:lnTo>
                  <a:lnTo>
                    <a:pt x="134828" y="324568"/>
                  </a:lnTo>
                  <a:lnTo>
                    <a:pt x="110401" y="362137"/>
                  </a:lnTo>
                  <a:lnTo>
                    <a:pt x="88171" y="401207"/>
                  </a:lnTo>
                  <a:lnTo>
                    <a:pt x="68226" y="441689"/>
                  </a:lnTo>
                  <a:lnTo>
                    <a:pt x="50654" y="483495"/>
                  </a:lnTo>
                  <a:lnTo>
                    <a:pt x="35544" y="526537"/>
                  </a:lnTo>
                  <a:lnTo>
                    <a:pt x="22983" y="570726"/>
                  </a:lnTo>
                  <a:lnTo>
                    <a:pt x="13060" y="615972"/>
                  </a:lnTo>
                  <a:lnTo>
                    <a:pt x="5863" y="662188"/>
                  </a:lnTo>
                  <a:lnTo>
                    <a:pt x="1480" y="709285"/>
                  </a:lnTo>
                  <a:lnTo>
                    <a:pt x="0" y="757174"/>
                  </a:lnTo>
                  <a:lnTo>
                    <a:pt x="1480" y="805076"/>
                  </a:lnTo>
                  <a:lnTo>
                    <a:pt x="5863" y="852186"/>
                  </a:lnTo>
                  <a:lnTo>
                    <a:pt x="13060" y="898414"/>
                  </a:lnTo>
                  <a:lnTo>
                    <a:pt x="22983" y="943671"/>
                  </a:lnTo>
                  <a:lnTo>
                    <a:pt x="35544" y="987870"/>
                  </a:lnTo>
                  <a:lnTo>
                    <a:pt x="50654" y="1030921"/>
                  </a:lnTo>
                  <a:lnTo>
                    <a:pt x="68226" y="1072735"/>
                  </a:lnTo>
                  <a:lnTo>
                    <a:pt x="88171" y="1113225"/>
                  </a:lnTo>
                  <a:lnTo>
                    <a:pt x="110401" y="1152302"/>
                  </a:lnTo>
                  <a:lnTo>
                    <a:pt x="134828" y="1189876"/>
                  </a:lnTo>
                  <a:lnTo>
                    <a:pt x="161363" y="1225860"/>
                  </a:lnTo>
                  <a:lnTo>
                    <a:pt x="189920" y="1260164"/>
                  </a:lnTo>
                  <a:lnTo>
                    <a:pt x="220408" y="1292701"/>
                  </a:lnTo>
                  <a:lnTo>
                    <a:pt x="252741" y="1323381"/>
                  </a:lnTo>
                  <a:lnTo>
                    <a:pt x="286829" y="1352116"/>
                  </a:lnTo>
                  <a:lnTo>
                    <a:pt x="322585" y="1378817"/>
                  </a:lnTo>
                  <a:lnTo>
                    <a:pt x="359921" y="1403395"/>
                  </a:lnTo>
                  <a:lnTo>
                    <a:pt x="398748" y="1425763"/>
                  </a:lnTo>
                  <a:lnTo>
                    <a:pt x="438979" y="1445831"/>
                  </a:lnTo>
                  <a:lnTo>
                    <a:pt x="480524" y="1463511"/>
                  </a:lnTo>
                  <a:lnTo>
                    <a:pt x="523297" y="1478714"/>
                  </a:lnTo>
                  <a:lnTo>
                    <a:pt x="567208" y="1491351"/>
                  </a:lnTo>
                  <a:lnTo>
                    <a:pt x="612169" y="1501335"/>
                  </a:lnTo>
                  <a:lnTo>
                    <a:pt x="658093" y="1508576"/>
                  </a:lnTo>
                  <a:lnTo>
                    <a:pt x="704891" y="1512985"/>
                  </a:lnTo>
                  <a:lnTo>
                    <a:pt x="752475" y="1514475"/>
                  </a:lnTo>
                  <a:lnTo>
                    <a:pt x="800058" y="1512985"/>
                  </a:lnTo>
                  <a:lnTo>
                    <a:pt x="846856" y="1508576"/>
                  </a:lnTo>
                  <a:lnTo>
                    <a:pt x="892780" y="1501335"/>
                  </a:lnTo>
                  <a:lnTo>
                    <a:pt x="937741" y="1491351"/>
                  </a:lnTo>
                  <a:lnTo>
                    <a:pt x="981652" y="1478714"/>
                  </a:lnTo>
                  <a:lnTo>
                    <a:pt x="1024425" y="1463511"/>
                  </a:lnTo>
                  <a:lnTo>
                    <a:pt x="1065970" y="1445831"/>
                  </a:lnTo>
                  <a:lnTo>
                    <a:pt x="1106201" y="1425763"/>
                  </a:lnTo>
                  <a:lnTo>
                    <a:pt x="1145028" y="1403395"/>
                  </a:lnTo>
                  <a:lnTo>
                    <a:pt x="1182364" y="1378817"/>
                  </a:lnTo>
                  <a:lnTo>
                    <a:pt x="1218120" y="1352116"/>
                  </a:lnTo>
                  <a:lnTo>
                    <a:pt x="1252208" y="1323381"/>
                  </a:lnTo>
                  <a:lnTo>
                    <a:pt x="1284541" y="1292701"/>
                  </a:lnTo>
                  <a:lnTo>
                    <a:pt x="1315029" y="1260164"/>
                  </a:lnTo>
                  <a:lnTo>
                    <a:pt x="1343586" y="1225860"/>
                  </a:lnTo>
                  <a:lnTo>
                    <a:pt x="1370121" y="1189876"/>
                  </a:lnTo>
                  <a:lnTo>
                    <a:pt x="1394548" y="1152302"/>
                  </a:lnTo>
                  <a:lnTo>
                    <a:pt x="1416778" y="1113225"/>
                  </a:lnTo>
                  <a:lnTo>
                    <a:pt x="1436723" y="1072735"/>
                  </a:lnTo>
                  <a:lnTo>
                    <a:pt x="1454295" y="1030921"/>
                  </a:lnTo>
                  <a:lnTo>
                    <a:pt x="1469405" y="987870"/>
                  </a:lnTo>
                  <a:lnTo>
                    <a:pt x="1481966" y="943671"/>
                  </a:lnTo>
                  <a:lnTo>
                    <a:pt x="1491889" y="898414"/>
                  </a:lnTo>
                  <a:lnTo>
                    <a:pt x="1499086" y="852186"/>
                  </a:lnTo>
                  <a:lnTo>
                    <a:pt x="1503469" y="805076"/>
                  </a:lnTo>
                  <a:lnTo>
                    <a:pt x="1504950" y="757174"/>
                  </a:lnTo>
                  <a:lnTo>
                    <a:pt x="1503469" y="709285"/>
                  </a:lnTo>
                  <a:lnTo>
                    <a:pt x="1499086" y="662188"/>
                  </a:lnTo>
                  <a:lnTo>
                    <a:pt x="1491889" y="615972"/>
                  </a:lnTo>
                  <a:lnTo>
                    <a:pt x="1481966" y="570726"/>
                  </a:lnTo>
                  <a:lnTo>
                    <a:pt x="1469405" y="526537"/>
                  </a:lnTo>
                  <a:lnTo>
                    <a:pt x="1454295" y="483495"/>
                  </a:lnTo>
                  <a:lnTo>
                    <a:pt x="1436723" y="441689"/>
                  </a:lnTo>
                  <a:lnTo>
                    <a:pt x="1416778" y="401207"/>
                  </a:lnTo>
                  <a:lnTo>
                    <a:pt x="1394548" y="362137"/>
                  </a:lnTo>
                  <a:lnTo>
                    <a:pt x="1370121" y="324568"/>
                  </a:lnTo>
                  <a:lnTo>
                    <a:pt x="1343586" y="288590"/>
                  </a:lnTo>
                  <a:lnTo>
                    <a:pt x="1315029" y="254290"/>
                  </a:lnTo>
                  <a:lnTo>
                    <a:pt x="1284541" y="221757"/>
                  </a:lnTo>
                  <a:lnTo>
                    <a:pt x="1252208" y="191081"/>
                  </a:lnTo>
                  <a:lnTo>
                    <a:pt x="1218120" y="162349"/>
                  </a:lnTo>
                  <a:lnTo>
                    <a:pt x="1182364" y="135650"/>
                  </a:lnTo>
                  <a:lnTo>
                    <a:pt x="1145028" y="111073"/>
                  </a:lnTo>
                  <a:lnTo>
                    <a:pt x="1106201" y="88707"/>
                  </a:lnTo>
                  <a:lnTo>
                    <a:pt x="1065970" y="68641"/>
                  </a:lnTo>
                  <a:lnTo>
                    <a:pt x="1024425" y="50962"/>
                  </a:lnTo>
                  <a:lnTo>
                    <a:pt x="981652" y="35759"/>
                  </a:lnTo>
                  <a:lnTo>
                    <a:pt x="937741" y="23122"/>
                  </a:lnTo>
                  <a:lnTo>
                    <a:pt x="892780" y="13139"/>
                  </a:lnTo>
                  <a:lnTo>
                    <a:pt x="846856" y="5898"/>
                  </a:lnTo>
                  <a:lnTo>
                    <a:pt x="800058" y="1489"/>
                  </a:lnTo>
                  <a:lnTo>
                    <a:pt x="752475" y="0"/>
                  </a:lnTo>
                  <a:close/>
                </a:path>
              </a:pathLst>
            </a:custGeom>
            <a:ln w="19050">
              <a:solidFill>
                <a:srgbClr val="FD422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 descr=""/>
          <p:cNvGrpSpPr/>
          <p:nvPr/>
        </p:nvGrpSpPr>
        <p:grpSpPr>
          <a:xfrm>
            <a:off x="2505075" y="5438775"/>
            <a:ext cx="1524000" cy="1524000"/>
            <a:chOff x="2505075" y="5438775"/>
            <a:chExt cx="1524000" cy="1524000"/>
          </a:xfrm>
        </p:grpSpPr>
        <p:sp>
          <p:nvSpPr>
            <p:cNvPr id="8" name="object 8" descr=""/>
            <p:cNvSpPr/>
            <p:nvPr/>
          </p:nvSpPr>
          <p:spPr>
            <a:xfrm>
              <a:off x="2514600" y="5448300"/>
              <a:ext cx="1504950" cy="1504950"/>
            </a:xfrm>
            <a:custGeom>
              <a:avLst/>
              <a:gdLst/>
              <a:ahLst/>
              <a:cxnLst/>
              <a:rect l="l" t="t" r="r" b="b"/>
              <a:pathLst>
                <a:path w="1504950" h="1504950">
                  <a:moveTo>
                    <a:pt x="752475" y="0"/>
                  </a:moveTo>
                  <a:lnTo>
                    <a:pt x="704891" y="1480"/>
                  </a:lnTo>
                  <a:lnTo>
                    <a:pt x="658093" y="5863"/>
                  </a:lnTo>
                  <a:lnTo>
                    <a:pt x="612169" y="13060"/>
                  </a:lnTo>
                  <a:lnTo>
                    <a:pt x="567208" y="22983"/>
                  </a:lnTo>
                  <a:lnTo>
                    <a:pt x="523297" y="35544"/>
                  </a:lnTo>
                  <a:lnTo>
                    <a:pt x="480524" y="50654"/>
                  </a:lnTo>
                  <a:lnTo>
                    <a:pt x="438979" y="68226"/>
                  </a:lnTo>
                  <a:lnTo>
                    <a:pt x="398748" y="88171"/>
                  </a:lnTo>
                  <a:lnTo>
                    <a:pt x="359921" y="110401"/>
                  </a:lnTo>
                  <a:lnTo>
                    <a:pt x="322585" y="134828"/>
                  </a:lnTo>
                  <a:lnTo>
                    <a:pt x="286829" y="161363"/>
                  </a:lnTo>
                  <a:lnTo>
                    <a:pt x="252741" y="189920"/>
                  </a:lnTo>
                  <a:lnTo>
                    <a:pt x="220408" y="220408"/>
                  </a:lnTo>
                  <a:lnTo>
                    <a:pt x="189920" y="252741"/>
                  </a:lnTo>
                  <a:lnTo>
                    <a:pt x="161363" y="286829"/>
                  </a:lnTo>
                  <a:lnTo>
                    <a:pt x="134828" y="322585"/>
                  </a:lnTo>
                  <a:lnTo>
                    <a:pt x="110401" y="359921"/>
                  </a:lnTo>
                  <a:lnTo>
                    <a:pt x="88171" y="398748"/>
                  </a:lnTo>
                  <a:lnTo>
                    <a:pt x="68226" y="438979"/>
                  </a:lnTo>
                  <a:lnTo>
                    <a:pt x="50654" y="480524"/>
                  </a:lnTo>
                  <a:lnTo>
                    <a:pt x="35544" y="523297"/>
                  </a:lnTo>
                  <a:lnTo>
                    <a:pt x="22983" y="567208"/>
                  </a:lnTo>
                  <a:lnTo>
                    <a:pt x="13060" y="612169"/>
                  </a:lnTo>
                  <a:lnTo>
                    <a:pt x="5863" y="658093"/>
                  </a:lnTo>
                  <a:lnTo>
                    <a:pt x="1480" y="704891"/>
                  </a:lnTo>
                  <a:lnTo>
                    <a:pt x="0" y="752475"/>
                  </a:lnTo>
                  <a:lnTo>
                    <a:pt x="1480" y="800058"/>
                  </a:lnTo>
                  <a:lnTo>
                    <a:pt x="5863" y="846856"/>
                  </a:lnTo>
                  <a:lnTo>
                    <a:pt x="13060" y="892780"/>
                  </a:lnTo>
                  <a:lnTo>
                    <a:pt x="22983" y="937741"/>
                  </a:lnTo>
                  <a:lnTo>
                    <a:pt x="35544" y="981652"/>
                  </a:lnTo>
                  <a:lnTo>
                    <a:pt x="50654" y="1024425"/>
                  </a:lnTo>
                  <a:lnTo>
                    <a:pt x="68226" y="1065970"/>
                  </a:lnTo>
                  <a:lnTo>
                    <a:pt x="88171" y="1106201"/>
                  </a:lnTo>
                  <a:lnTo>
                    <a:pt x="110401" y="1145028"/>
                  </a:lnTo>
                  <a:lnTo>
                    <a:pt x="134828" y="1182364"/>
                  </a:lnTo>
                  <a:lnTo>
                    <a:pt x="161363" y="1218120"/>
                  </a:lnTo>
                  <a:lnTo>
                    <a:pt x="189920" y="1252208"/>
                  </a:lnTo>
                  <a:lnTo>
                    <a:pt x="220408" y="1284541"/>
                  </a:lnTo>
                  <a:lnTo>
                    <a:pt x="252741" y="1315029"/>
                  </a:lnTo>
                  <a:lnTo>
                    <a:pt x="286829" y="1343586"/>
                  </a:lnTo>
                  <a:lnTo>
                    <a:pt x="322585" y="1370121"/>
                  </a:lnTo>
                  <a:lnTo>
                    <a:pt x="359921" y="1394548"/>
                  </a:lnTo>
                  <a:lnTo>
                    <a:pt x="398748" y="1416778"/>
                  </a:lnTo>
                  <a:lnTo>
                    <a:pt x="438979" y="1436723"/>
                  </a:lnTo>
                  <a:lnTo>
                    <a:pt x="480524" y="1454295"/>
                  </a:lnTo>
                  <a:lnTo>
                    <a:pt x="523297" y="1469405"/>
                  </a:lnTo>
                  <a:lnTo>
                    <a:pt x="567208" y="1481966"/>
                  </a:lnTo>
                  <a:lnTo>
                    <a:pt x="612169" y="1491889"/>
                  </a:lnTo>
                  <a:lnTo>
                    <a:pt x="658093" y="1499086"/>
                  </a:lnTo>
                  <a:lnTo>
                    <a:pt x="704891" y="1503469"/>
                  </a:lnTo>
                  <a:lnTo>
                    <a:pt x="752475" y="1504950"/>
                  </a:lnTo>
                  <a:lnTo>
                    <a:pt x="800058" y="1503469"/>
                  </a:lnTo>
                  <a:lnTo>
                    <a:pt x="846856" y="1499086"/>
                  </a:lnTo>
                  <a:lnTo>
                    <a:pt x="892780" y="1491889"/>
                  </a:lnTo>
                  <a:lnTo>
                    <a:pt x="937741" y="1481966"/>
                  </a:lnTo>
                  <a:lnTo>
                    <a:pt x="981652" y="1469405"/>
                  </a:lnTo>
                  <a:lnTo>
                    <a:pt x="1024425" y="1454295"/>
                  </a:lnTo>
                  <a:lnTo>
                    <a:pt x="1065970" y="1436723"/>
                  </a:lnTo>
                  <a:lnTo>
                    <a:pt x="1106201" y="1416778"/>
                  </a:lnTo>
                  <a:lnTo>
                    <a:pt x="1145028" y="1394548"/>
                  </a:lnTo>
                  <a:lnTo>
                    <a:pt x="1182364" y="1370121"/>
                  </a:lnTo>
                  <a:lnTo>
                    <a:pt x="1218120" y="1343586"/>
                  </a:lnTo>
                  <a:lnTo>
                    <a:pt x="1252208" y="1315029"/>
                  </a:lnTo>
                  <a:lnTo>
                    <a:pt x="1284541" y="1284541"/>
                  </a:lnTo>
                  <a:lnTo>
                    <a:pt x="1315029" y="1252208"/>
                  </a:lnTo>
                  <a:lnTo>
                    <a:pt x="1343586" y="1218120"/>
                  </a:lnTo>
                  <a:lnTo>
                    <a:pt x="1370121" y="1182364"/>
                  </a:lnTo>
                  <a:lnTo>
                    <a:pt x="1394548" y="1145028"/>
                  </a:lnTo>
                  <a:lnTo>
                    <a:pt x="1416778" y="1106201"/>
                  </a:lnTo>
                  <a:lnTo>
                    <a:pt x="1436723" y="1065970"/>
                  </a:lnTo>
                  <a:lnTo>
                    <a:pt x="1454295" y="1024425"/>
                  </a:lnTo>
                  <a:lnTo>
                    <a:pt x="1469405" y="981652"/>
                  </a:lnTo>
                  <a:lnTo>
                    <a:pt x="1481966" y="937741"/>
                  </a:lnTo>
                  <a:lnTo>
                    <a:pt x="1491889" y="892780"/>
                  </a:lnTo>
                  <a:lnTo>
                    <a:pt x="1499086" y="846856"/>
                  </a:lnTo>
                  <a:lnTo>
                    <a:pt x="1503469" y="800058"/>
                  </a:lnTo>
                  <a:lnTo>
                    <a:pt x="1504950" y="752475"/>
                  </a:lnTo>
                  <a:lnTo>
                    <a:pt x="1503469" y="704891"/>
                  </a:lnTo>
                  <a:lnTo>
                    <a:pt x="1499086" y="658093"/>
                  </a:lnTo>
                  <a:lnTo>
                    <a:pt x="1491889" y="612169"/>
                  </a:lnTo>
                  <a:lnTo>
                    <a:pt x="1481966" y="567208"/>
                  </a:lnTo>
                  <a:lnTo>
                    <a:pt x="1469405" y="523297"/>
                  </a:lnTo>
                  <a:lnTo>
                    <a:pt x="1454295" y="480524"/>
                  </a:lnTo>
                  <a:lnTo>
                    <a:pt x="1436723" y="438979"/>
                  </a:lnTo>
                  <a:lnTo>
                    <a:pt x="1416778" y="398748"/>
                  </a:lnTo>
                  <a:lnTo>
                    <a:pt x="1394548" y="359921"/>
                  </a:lnTo>
                  <a:lnTo>
                    <a:pt x="1370121" y="322585"/>
                  </a:lnTo>
                  <a:lnTo>
                    <a:pt x="1343586" y="286829"/>
                  </a:lnTo>
                  <a:lnTo>
                    <a:pt x="1315029" y="252741"/>
                  </a:lnTo>
                  <a:lnTo>
                    <a:pt x="1284541" y="220408"/>
                  </a:lnTo>
                  <a:lnTo>
                    <a:pt x="1252208" y="189920"/>
                  </a:lnTo>
                  <a:lnTo>
                    <a:pt x="1218120" y="161363"/>
                  </a:lnTo>
                  <a:lnTo>
                    <a:pt x="1182364" y="134828"/>
                  </a:lnTo>
                  <a:lnTo>
                    <a:pt x="1145028" y="110401"/>
                  </a:lnTo>
                  <a:lnTo>
                    <a:pt x="1106201" y="88171"/>
                  </a:lnTo>
                  <a:lnTo>
                    <a:pt x="1065970" y="68226"/>
                  </a:lnTo>
                  <a:lnTo>
                    <a:pt x="1024425" y="50654"/>
                  </a:lnTo>
                  <a:lnTo>
                    <a:pt x="981652" y="35544"/>
                  </a:lnTo>
                  <a:lnTo>
                    <a:pt x="937741" y="22983"/>
                  </a:lnTo>
                  <a:lnTo>
                    <a:pt x="892780" y="13060"/>
                  </a:lnTo>
                  <a:lnTo>
                    <a:pt x="846856" y="5863"/>
                  </a:lnTo>
                  <a:lnTo>
                    <a:pt x="800058" y="1480"/>
                  </a:lnTo>
                  <a:lnTo>
                    <a:pt x="752475" y="0"/>
                  </a:lnTo>
                  <a:close/>
                </a:path>
              </a:pathLst>
            </a:custGeom>
            <a:solidFill>
              <a:srgbClr val="11051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 descr=""/>
            <p:cNvSpPr/>
            <p:nvPr/>
          </p:nvSpPr>
          <p:spPr>
            <a:xfrm>
              <a:off x="2514600" y="5448300"/>
              <a:ext cx="1504950" cy="1504950"/>
            </a:xfrm>
            <a:custGeom>
              <a:avLst/>
              <a:gdLst/>
              <a:ahLst/>
              <a:cxnLst/>
              <a:rect l="l" t="t" r="r" b="b"/>
              <a:pathLst>
                <a:path w="1504950" h="1504950">
                  <a:moveTo>
                    <a:pt x="752475" y="0"/>
                  </a:moveTo>
                  <a:lnTo>
                    <a:pt x="704891" y="1480"/>
                  </a:lnTo>
                  <a:lnTo>
                    <a:pt x="658093" y="5863"/>
                  </a:lnTo>
                  <a:lnTo>
                    <a:pt x="612169" y="13060"/>
                  </a:lnTo>
                  <a:lnTo>
                    <a:pt x="567208" y="22983"/>
                  </a:lnTo>
                  <a:lnTo>
                    <a:pt x="523297" y="35544"/>
                  </a:lnTo>
                  <a:lnTo>
                    <a:pt x="480524" y="50654"/>
                  </a:lnTo>
                  <a:lnTo>
                    <a:pt x="438979" y="68226"/>
                  </a:lnTo>
                  <a:lnTo>
                    <a:pt x="398748" y="88171"/>
                  </a:lnTo>
                  <a:lnTo>
                    <a:pt x="359921" y="110401"/>
                  </a:lnTo>
                  <a:lnTo>
                    <a:pt x="322585" y="134828"/>
                  </a:lnTo>
                  <a:lnTo>
                    <a:pt x="286829" y="161363"/>
                  </a:lnTo>
                  <a:lnTo>
                    <a:pt x="252741" y="189920"/>
                  </a:lnTo>
                  <a:lnTo>
                    <a:pt x="220408" y="220408"/>
                  </a:lnTo>
                  <a:lnTo>
                    <a:pt x="189920" y="252741"/>
                  </a:lnTo>
                  <a:lnTo>
                    <a:pt x="161363" y="286829"/>
                  </a:lnTo>
                  <a:lnTo>
                    <a:pt x="134828" y="322585"/>
                  </a:lnTo>
                  <a:lnTo>
                    <a:pt x="110401" y="359921"/>
                  </a:lnTo>
                  <a:lnTo>
                    <a:pt x="88171" y="398748"/>
                  </a:lnTo>
                  <a:lnTo>
                    <a:pt x="68226" y="438979"/>
                  </a:lnTo>
                  <a:lnTo>
                    <a:pt x="50654" y="480524"/>
                  </a:lnTo>
                  <a:lnTo>
                    <a:pt x="35544" y="523297"/>
                  </a:lnTo>
                  <a:lnTo>
                    <a:pt x="22983" y="567208"/>
                  </a:lnTo>
                  <a:lnTo>
                    <a:pt x="13060" y="612169"/>
                  </a:lnTo>
                  <a:lnTo>
                    <a:pt x="5863" y="658093"/>
                  </a:lnTo>
                  <a:lnTo>
                    <a:pt x="1480" y="704891"/>
                  </a:lnTo>
                  <a:lnTo>
                    <a:pt x="0" y="752475"/>
                  </a:lnTo>
                  <a:lnTo>
                    <a:pt x="1480" y="800058"/>
                  </a:lnTo>
                  <a:lnTo>
                    <a:pt x="5863" y="846856"/>
                  </a:lnTo>
                  <a:lnTo>
                    <a:pt x="13060" y="892780"/>
                  </a:lnTo>
                  <a:lnTo>
                    <a:pt x="22983" y="937741"/>
                  </a:lnTo>
                  <a:lnTo>
                    <a:pt x="35544" y="981652"/>
                  </a:lnTo>
                  <a:lnTo>
                    <a:pt x="50654" y="1024425"/>
                  </a:lnTo>
                  <a:lnTo>
                    <a:pt x="68226" y="1065970"/>
                  </a:lnTo>
                  <a:lnTo>
                    <a:pt x="88171" y="1106201"/>
                  </a:lnTo>
                  <a:lnTo>
                    <a:pt x="110401" y="1145028"/>
                  </a:lnTo>
                  <a:lnTo>
                    <a:pt x="134828" y="1182364"/>
                  </a:lnTo>
                  <a:lnTo>
                    <a:pt x="161363" y="1218120"/>
                  </a:lnTo>
                  <a:lnTo>
                    <a:pt x="189920" y="1252208"/>
                  </a:lnTo>
                  <a:lnTo>
                    <a:pt x="220408" y="1284541"/>
                  </a:lnTo>
                  <a:lnTo>
                    <a:pt x="252741" y="1315029"/>
                  </a:lnTo>
                  <a:lnTo>
                    <a:pt x="286829" y="1343586"/>
                  </a:lnTo>
                  <a:lnTo>
                    <a:pt x="322585" y="1370121"/>
                  </a:lnTo>
                  <a:lnTo>
                    <a:pt x="359921" y="1394548"/>
                  </a:lnTo>
                  <a:lnTo>
                    <a:pt x="398748" y="1416778"/>
                  </a:lnTo>
                  <a:lnTo>
                    <a:pt x="438979" y="1436723"/>
                  </a:lnTo>
                  <a:lnTo>
                    <a:pt x="480524" y="1454295"/>
                  </a:lnTo>
                  <a:lnTo>
                    <a:pt x="523297" y="1469405"/>
                  </a:lnTo>
                  <a:lnTo>
                    <a:pt x="567208" y="1481966"/>
                  </a:lnTo>
                  <a:lnTo>
                    <a:pt x="612169" y="1491889"/>
                  </a:lnTo>
                  <a:lnTo>
                    <a:pt x="658093" y="1499086"/>
                  </a:lnTo>
                  <a:lnTo>
                    <a:pt x="704891" y="1503469"/>
                  </a:lnTo>
                  <a:lnTo>
                    <a:pt x="752475" y="1504950"/>
                  </a:lnTo>
                  <a:lnTo>
                    <a:pt x="800058" y="1503469"/>
                  </a:lnTo>
                  <a:lnTo>
                    <a:pt x="846856" y="1499086"/>
                  </a:lnTo>
                  <a:lnTo>
                    <a:pt x="892780" y="1491889"/>
                  </a:lnTo>
                  <a:lnTo>
                    <a:pt x="937741" y="1481966"/>
                  </a:lnTo>
                  <a:lnTo>
                    <a:pt x="981652" y="1469405"/>
                  </a:lnTo>
                  <a:lnTo>
                    <a:pt x="1024425" y="1454295"/>
                  </a:lnTo>
                  <a:lnTo>
                    <a:pt x="1065970" y="1436723"/>
                  </a:lnTo>
                  <a:lnTo>
                    <a:pt x="1106201" y="1416778"/>
                  </a:lnTo>
                  <a:lnTo>
                    <a:pt x="1145028" y="1394548"/>
                  </a:lnTo>
                  <a:lnTo>
                    <a:pt x="1182364" y="1370121"/>
                  </a:lnTo>
                  <a:lnTo>
                    <a:pt x="1218120" y="1343586"/>
                  </a:lnTo>
                  <a:lnTo>
                    <a:pt x="1252208" y="1315029"/>
                  </a:lnTo>
                  <a:lnTo>
                    <a:pt x="1284541" y="1284541"/>
                  </a:lnTo>
                  <a:lnTo>
                    <a:pt x="1315029" y="1252208"/>
                  </a:lnTo>
                  <a:lnTo>
                    <a:pt x="1343586" y="1218120"/>
                  </a:lnTo>
                  <a:lnTo>
                    <a:pt x="1370121" y="1182364"/>
                  </a:lnTo>
                  <a:lnTo>
                    <a:pt x="1394548" y="1145028"/>
                  </a:lnTo>
                  <a:lnTo>
                    <a:pt x="1416778" y="1106201"/>
                  </a:lnTo>
                  <a:lnTo>
                    <a:pt x="1436723" y="1065970"/>
                  </a:lnTo>
                  <a:lnTo>
                    <a:pt x="1454295" y="1024425"/>
                  </a:lnTo>
                  <a:lnTo>
                    <a:pt x="1469405" y="981652"/>
                  </a:lnTo>
                  <a:lnTo>
                    <a:pt x="1481966" y="937741"/>
                  </a:lnTo>
                  <a:lnTo>
                    <a:pt x="1491889" y="892780"/>
                  </a:lnTo>
                  <a:lnTo>
                    <a:pt x="1499086" y="846856"/>
                  </a:lnTo>
                  <a:lnTo>
                    <a:pt x="1503469" y="800058"/>
                  </a:lnTo>
                  <a:lnTo>
                    <a:pt x="1504950" y="752475"/>
                  </a:lnTo>
                  <a:lnTo>
                    <a:pt x="1503469" y="704891"/>
                  </a:lnTo>
                  <a:lnTo>
                    <a:pt x="1499086" y="658093"/>
                  </a:lnTo>
                  <a:lnTo>
                    <a:pt x="1491889" y="612169"/>
                  </a:lnTo>
                  <a:lnTo>
                    <a:pt x="1481966" y="567208"/>
                  </a:lnTo>
                  <a:lnTo>
                    <a:pt x="1469405" y="523297"/>
                  </a:lnTo>
                  <a:lnTo>
                    <a:pt x="1454295" y="480524"/>
                  </a:lnTo>
                  <a:lnTo>
                    <a:pt x="1436723" y="438979"/>
                  </a:lnTo>
                  <a:lnTo>
                    <a:pt x="1416778" y="398748"/>
                  </a:lnTo>
                  <a:lnTo>
                    <a:pt x="1394548" y="359921"/>
                  </a:lnTo>
                  <a:lnTo>
                    <a:pt x="1370121" y="322585"/>
                  </a:lnTo>
                  <a:lnTo>
                    <a:pt x="1343586" y="286829"/>
                  </a:lnTo>
                  <a:lnTo>
                    <a:pt x="1315029" y="252741"/>
                  </a:lnTo>
                  <a:lnTo>
                    <a:pt x="1284541" y="220408"/>
                  </a:lnTo>
                  <a:lnTo>
                    <a:pt x="1252208" y="189920"/>
                  </a:lnTo>
                  <a:lnTo>
                    <a:pt x="1218120" y="161363"/>
                  </a:lnTo>
                  <a:lnTo>
                    <a:pt x="1182364" y="134828"/>
                  </a:lnTo>
                  <a:lnTo>
                    <a:pt x="1145028" y="110401"/>
                  </a:lnTo>
                  <a:lnTo>
                    <a:pt x="1106201" y="88171"/>
                  </a:lnTo>
                  <a:lnTo>
                    <a:pt x="1065970" y="68226"/>
                  </a:lnTo>
                  <a:lnTo>
                    <a:pt x="1024425" y="50654"/>
                  </a:lnTo>
                  <a:lnTo>
                    <a:pt x="981652" y="35544"/>
                  </a:lnTo>
                  <a:lnTo>
                    <a:pt x="937741" y="22983"/>
                  </a:lnTo>
                  <a:lnTo>
                    <a:pt x="892780" y="13060"/>
                  </a:lnTo>
                  <a:lnTo>
                    <a:pt x="846856" y="5863"/>
                  </a:lnTo>
                  <a:lnTo>
                    <a:pt x="800058" y="1480"/>
                  </a:lnTo>
                  <a:lnTo>
                    <a:pt x="752475" y="0"/>
                  </a:lnTo>
                  <a:close/>
                </a:path>
              </a:pathLst>
            </a:custGeom>
            <a:ln w="19050">
              <a:solidFill>
                <a:srgbClr val="FD422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77450" y="3505200"/>
            <a:ext cx="5695950" cy="1514475"/>
          </a:xfrm>
          <a:prstGeom prst="rect">
            <a:avLst/>
          </a:prstGeom>
        </p:spPr>
      </p:pic>
      <p:pic>
        <p:nvPicPr>
          <p:cNvPr id="11" name="object 11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039350" y="5448300"/>
            <a:ext cx="5734050" cy="1504950"/>
          </a:xfrm>
          <a:prstGeom prst="rect">
            <a:avLst/>
          </a:prstGeom>
        </p:spPr>
      </p:pic>
      <p:grpSp>
        <p:nvGrpSpPr>
          <p:cNvPr id="12" name="object 12" descr=""/>
          <p:cNvGrpSpPr/>
          <p:nvPr/>
        </p:nvGrpSpPr>
        <p:grpSpPr>
          <a:xfrm>
            <a:off x="9305925" y="3495675"/>
            <a:ext cx="1533525" cy="1533525"/>
            <a:chOff x="9305925" y="3495675"/>
            <a:chExt cx="1533525" cy="1533525"/>
          </a:xfrm>
        </p:grpSpPr>
        <p:sp>
          <p:nvSpPr>
            <p:cNvPr id="13" name="object 13" descr=""/>
            <p:cNvSpPr/>
            <p:nvPr/>
          </p:nvSpPr>
          <p:spPr>
            <a:xfrm>
              <a:off x="9315450" y="3505200"/>
              <a:ext cx="1514475" cy="1514475"/>
            </a:xfrm>
            <a:custGeom>
              <a:avLst/>
              <a:gdLst/>
              <a:ahLst/>
              <a:cxnLst/>
              <a:rect l="l" t="t" r="r" b="b"/>
              <a:pathLst>
                <a:path w="1514475" h="1514475">
                  <a:moveTo>
                    <a:pt x="757301" y="0"/>
                  </a:moveTo>
                  <a:lnTo>
                    <a:pt x="709398" y="1489"/>
                  </a:lnTo>
                  <a:lnTo>
                    <a:pt x="662288" y="5898"/>
                  </a:lnTo>
                  <a:lnTo>
                    <a:pt x="616060" y="13139"/>
                  </a:lnTo>
                  <a:lnTo>
                    <a:pt x="570803" y="23122"/>
                  </a:lnTo>
                  <a:lnTo>
                    <a:pt x="526604" y="35759"/>
                  </a:lnTo>
                  <a:lnTo>
                    <a:pt x="483553" y="50962"/>
                  </a:lnTo>
                  <a:lnTo>
                    <a:pt x="441739" y="68641"/>
                  </a:lnTo>
                  <a:lnTo>
                    <a:pt x="401249" y="88707"/>
                  </a:lnTo>
                  <a:lnTo>
                    <a:pt x="362172" y="111073"/>
                  </a:lnTo>
                  <a:lnTo>
                    <a:pt x="324598" y="135650"/>
                  </a:lnTo>
                  <a:lnTo>
                    <a:pt x="288614" y="162349"/>
                  </a:lnTo>
                  <a:lnTo>
                    <a:pt x="254310" y="191081"/>
                  </a:lnTo>
                  <a:lnTo>
                    <a:pt x="221773" y="221757"/>
                  </a:lnTo>
                  <a:lnTo>
                    <a:pt x="191093" y="254290"/>
                  </a:lnTo>
                  <a:lnTo>
                    <a:pt x="162358" y="288590"/>
                  </a:lnTo>
                  <a:lnTo>
                    <a:pt x="135657" y="324568"/>
                  </a:lnTo>
                  <a:lnTo>
                    <a:pt x="111079" y="362137"/>
                  </a:lnTo>
                  <a:lnTo>
                    <a:pt x="88711" y="401207"/>
                  </a:lnTo>
                  <a:lnTo>
                    <a:pt x="68643" y="441689"/>
                  </a:lnTo>
                  <a:lnTo>
                    <a:pt x="50963" y="483495"/>
                  </a:lnTo>
                  <a:lnTo>
                    <a:pt x="35760" y="526537"/>
                  </a:lnTo>
                  <a:lnTo>
                    <a:pt x="23123" y="570726"/>
                  </a:lnTo>
                  <a:lnTo>
                    <a:pt x="13139" y="615972"/>
                  </a:lnTo>
                  <a:lnTo>
                    <a:pt x="5898" y="662188"/>
                  </a:lnTo>
                  <a:lnTo>
                    <a:pt x="1489" y="709285"/>
                  </a:lnTo>
                  <a:lnTo>
                    <a:pt x="0" y="757174"/>
                  </a:lnTo>
                  <a:lnTo>
                    <a:pt x="1489" y="805076"/>
                  </a:lnTo>
                  <a:lnTo>
                    <a:pt x="5898" y="852186"/>
                  </a:lnTo>
                  <a:lnTo>
                    <a:pt x="13139" y="898414"/>
                  </a:lnTo>
                  <a:lnTo>
                    <a:pt x="23123" y="943671"/>
                  </a:lnTo>
                  <a:lnTo>
                    <a:pt x="35760" y="987870"/>
                  </a:lnTo>
                  <a:lnTo>
                    <a:pt x="50963" y="1030921"/>
                  </a:lnTo>
                  <a:lnTo>
                    <a:pt x="68643" y="1072735"/>
                  </a:lnTo>
                  <a:lnTo>
                    <a:pt x="88711" y="1113225"/>
                  </a:lnTo>
                  <a:lnTo>
                    <a:pt x="111079" y="1152302"/>
                  </a:lnTo>
                  <a:lnTo>
                    <a:pt x="135657" y="1189876"/>
                  </a:lnTo>
                  <a:lnTo>
                    <a:pt x="162358" y="1225860"/>
                  </a:lnTo>
                  <a:lnTo>
                    <a:pt x="191093" y="1260164"/>
                  </a:lnTo>
                  <a:lnTo>
                    <a:pt x="221773" y="1292701"/>
                  </a:lnTo>
                  <a:lnTo>
                    <a:pt x="254310" y="1323381"/>
                  </a:lnTo>
                  <a:lnTo>
                    <a:pt x="288614" y="1352116"/>
                  </a:lnTo>
                  <a:lnTo>
                    <a:pt x="324598" y="1378817"/>
                  </a:lnTo>
                  <a:lnTo>
                    <a:pt x="362172" y="1403395"/>
                  </a:lnTo>
                  <a:lnTo>
                    <a:pt x="401249" y="1425763"/>
                  </a:lnTo>
                  <a:lnTo>
                    <a:pt x="441739" y="1445831"/>
                  </a:lnTo>
                  <a:lnTo>
                    <a:pt x="483553" y="1463511"/>
                  </a:lnTo>
                  <a:lnTo>
                    <a:pt x="526604" y="1478714"/>
                  </a:lnTo>
                  <a:lnTo>
                    <a:pt x="570803" y="1491351"/>
                  </a:lnTo>
                  <a:lnTo>
                    <a:pt x="616060" y="1501335"/>
                  </a:lnTo>
                  <a:lnTo>
                    <a:pt x="662288" y="1508576"/>
                  </a:lnTo>
                  <a:lnTo>
                    <a:pt x="709398" y="1512985"/>
                  </a:lnTo>
                  <a:lnTo>
                    <a:pt x="757301" y="1514475"/>
                  </a:lnTo>
                  <a:lnTo>
                    <a:pt x="805189" y="1512985"/>
                  </a:lnTo>
                  <a:lnTo>
                    <a:pt x="852286" y="1508576"/>
                  </a:lnTo>
                  <a:lnTo>
                    <a:pt x="898502" y="1501335"/>
                  </a:lnTo>
                  <a:lnTo>
                    <a:pt x="943748" y="1491351"/>
                  </a:lnTo>
                  <a:lnTo>
                    <a:pt x="987937" y="1478714"/>
                  </a:lnTo>
                  <a:lnTo>
                    <a:pt x="1030979" y="1463511"/>
                  </a:lnTo>
                  <a:lnTo>
                    <a:pt x="1072785" y="1445831"/>
                  </a:lnTo>
                  <a:lnTo>
                    <a:pt x="1113267" y="1425763"/>
                  </a:lnTo>
                  <a:lnTo>
                    <a:pt x="1152337" y="1403395"/>
                  </a:lnTo>
                  <a:lnTo>
                    <a:pt x="1189906" y="1378817"/>
                  </a:lnTo>
                  <a:lnTo>
                    <a:pt x="1225884" y="1352116"/>
                  </a:lnTo>
                  <a:lnTo>
                    <a:pt x="1260184" y="1323381"/>
                  </a:lnTo>
                  <a:lnTo>
                    <a:pt x="1292717" y="1292701"/>
                  </a:lnTo>
                  <a:lnTo>
                    <a:pt x="1323393" y="1260164"/>
                  </a:lnTo>
                  <a:lnTo>
                    <a:pt x="1352125" y="1225860"/>
                  </a:lnTo>
                  <a:lnTo>
                    <a:pt x="1378824" y="1189876"/>
                  </a:lnTo>
                  <a:lnTo>
                    <a:pt x="1403401" y="1152302"/>
                  </a:lnTo>
                  <a:lnTo>
                    <a:pt x="1425767" y="1113225"/>
                  </a:lnTo>
                  <a:lnTo>
                    <a:pt x="1445833" y="1072735"/>
                  </a:lnTo>
                  <a:lnTo>
                    <a:pt x="1463512" y="1030921"/>
                  </a:lnTo>
                  <a:lnTo>
                    <a:pt x="1478715" y="987870"/>
                  </a:lnTo>
                  <a:lnTo>
                    <a:pt x="1491352" y="943671"/>
                  </a:lnTo>
                  <a:lnTo>
                    <a:pt x="1501335" y="898414"/>
                  </a:lnTo>
                  <a:lnTo>
                    <a:pt x="1508576" y="852186"/>
                  </a:lnTo>
                  <a:lnTo>
                    <a:pt x="1512985" y="805076"/>
                  </a:lnTo>
                  <a:lnTo>
                    <a:pt x="1514475" y="757174"/>
                  </a:lnTo>
                  <a:lnTo>
                    <a:pt x="1512985" y="709285"/>
                  </a:lnTo>
                  <a:lnTo>
                    <a:pt x="1508576" y="662188"/>
                  </a:lnTo>
                  <a:lnTo>
                    <a:pt x="1501335" y="615972"/>
                  </a:lnTo>
                  <a:lnTo>
                    <a:pt x="1491352" y="570726"/>
                  </a:lnTo>
                  <a:lnTo>
                    <a:pt x="1478715" y="526537"/>
                  </a:lnTo>
                  <a:lnTo>
                    <a:pt x="1463512" y="483495"/>
                  </a:lnTo>
                  <a:lnTo>
                    <a:pt x="1445833" y="441689"/>
                  </a:lnTo>
                  <a:lnTo>
                    <a:pt x="1425767" y="401207"/>
                  </a:lnTo>
                  <a:lnTo>
                    <a:pt x="1403401" y="362137"/>
                  </a:lnTo>
                  <a:lnTo>
                    <a:pt x="1378824" y="324568"/>
                  </a:lnTo>
                  <a:lnTo>
                    <a:pt x="1352125" y="288590"/>
                  </a:lnTo>
                  <a:lnTo>
                    <a:pt x="1323393" y="254290"/>
                  </a:lnTo>
                  <a:lnTo>
                    <a:pt x="1292717" y="221757"/>
                  </a:lnTo>
                  <a:lnTo>
                    <a:pt x="1260184" y="191081"/>
                  </a:lnTo>
                  <a:lnTo>
                    <a:pt x="1225884" y="162349"/>
                  </a:lnTo>
                  <a:lnTo>
                    <a:pt x="1189906" y="135650"/>
                  </a:lnTo>
                  <a:lnTo>
                    <a:pt x="1152337" y="111073"/>
                  </a:lnTo>
                  <a:lnTo>
                    <a:pt x="1113267" y="88707"/>
                  </a:lnTo>
                  <a:lnTo>
                    <a:pt x="1072785" y="68641"/>
                  </a:lnTo>
                  <a:lnTo>
                    <a:pt x="1030979" y="50962"/>
                  </a:lnTo>
                  <a:lnTo>
                    <a:pt x="987937" y="35759"/>
                  </a:lnTo>
                  <a:lnTo>
                    <a:pt x="943748" y="23122"/>
                  </a:lnTo>
                  <a:lnTo>
                    <a:pt x="898502" y="13139"/>
                  </a:lnTo>
                  <a:lnTo>
                    <a:pt x="852286" y="5898"/>
                  </a:lnTo>
                  <a:lnTo>
                    <a:pt x="805189" y="1489"/>
                  </a:lnTo>
                  <a:lnTo>
                    <a:pt x="757301" y="0"/>
                  </a:lnTo>
                  <a:close/>
                </a:path>
              </a:pathLst>
            </a:custGeom>
            <a:solidFill>
              <a:srgbClr val="11051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 descr=""/>
            <p:cNvSpPr/>
            <p:nvPr/>
          </p:nvSpPr>
          <p:spPr>
            <a:xfrm>
              <a:off x="9315450" y="3505200"/>
              <a:ext cx="1514475" cy="1514475"/>
            </a:xfrm>
            <a:custGeom>
              <a:avLst/>
              <a:gdLst/>
              <a:ahLst/>
              <a:cxnLst/>
              <a:rect l="l" t="t" r="r" b="b"/>
              <a:pathLst>
                <a:path w="1514475" h="1514475">
                  <a:moveTo>
                    <a:pt x="757301" y="0"/>
                  </a:moveTo>
                  <a:lnTo>
                    <a:pt x="709398" y="1489"/>
                  </a:lnTo>
                  <a:lnTo>
                    <a:pt x="662288" y="5898"/>
                  </a:lnTo>
                  <a:lnTo>
                    <a:pt x="616060" y="13139"/>
                  </a:lnTo>
                  <a:lnTo>
                    <a:pt x="570803" y="23122"/>
                  </a:lnTo>
                  <a:lnTo>
                    <a:pt x="526604" y="35759"/>
                  </a:lnTo>
                  <a:lnTo>
                    <a:pt x="483553" y="50962"/>
                  </a:lnTo>
                  <a:lnTo>
                    <a:pt x="441739" y="68641"/>
                  </a:lnTo>
                  <a:lnTo>
                    <a:pt x="401249" y="88707"/>
                  </a:lnTo>
                  <a:lnTo>
                    <a:pt x="362172" y="111073"/>
                  </a:lnTo>
                  <a:lnTo>
                    <a:pt x="324598" y="135650"/>
                  </a:lnTo>
                  <a:lnTo>
                    <a:pt x="288614" y="162349"/>
                  </a:lnTo>
                  <a:lnTo>
                    <a:pt x="254310" y="191081"/>
                  </a:lnTo>
                  <a:lnTo>
                    <a:pt x="221773" y="221757"/>
                  </a:lnTo>
                  <a:lnTo>
                    <a:pt x="191093" y="254290"/>
                  </a:lnTo>
                  <a:lnTo>
                    <a:pt x="162358" y="288590"/>
                  </a:lnTo>
                  <a:lnTo>
                    <a:pt x="135657" y="324568"/>
                  </a:lnTo>
                  <a:lnTo>
                    <a:pt x="111079" y="362137"/>
                  </a:lnTo>
                  <a:lnTo>
                    <a:pt x="88711" y="401207"/>
                  </a:lnTo>
                  <a:lnTo>
                    <a:pt x="68643" y="441689"/>
                  </a:lnTo>
                  <a:lnTo>
                    <a:pt x="50963" y="483495"/>
                  </a:lnTo>
                  <a:lnTo>
                    <a:pt x="35760" y="526537"/>
                  </a:lnTo>
                  <a:lnTo>
                    <a:pt x="23123" y="570726"/>
                  </a:lnTo>
                  <a:lnTo>
                    <a:pt x="13139" y="615972"/>
                  </a:lnTo>
                  <a:lnTo>
                    <a:pt x="5898" y="662188"/>
                  </a:lnTo>
                  <a:lnTo>
                    <a:pt x="1489" y="709285"/>
                  </a:lnTo>
                  <a:lnTo>
                    <a:pt x="0" y="757174"/>
                  </a:lnTo>
                  <a:lnTo>
                    <a:pt x="1489" y="805076"/>
                  </a:lnTo>
                  <a:lnTo>
                    <a:pt x="5898" y="852186"/>
                  </a:lnTo>
                  <a:lnTo>
                    <a:pt x="13139" y="898414"/>
                  </a:lnTo>
                  <a:lnTo>
                    <a:pt x="23123" y="943671"/>
                  </a:lnTo>
                  <a:lnTo>
                    <a:pt x="35760" y="987870"/>
                  </a:lnTo>
                  <a:lnTo>
                    <a:pt x="50963" y="1030921"/>
                  </a:lnTo>
                  <a:lnTo>
                    <a:pt x="68643" y="1072735"/>
                  </a:lnTo>
                  <a:lnTo>
                    <a:pt x="88711" y="1113225"/>
                  </a:lnTo>
                  <a:lnTo>
                    <a:pt x="111079" y="1152302"/>
                  </a:lnTo>
                  <a:lnTo>
                    <a:pt x="135657" y="1189876"/>
                  </a:lnTo>
                  <a:lnTo>
                    <a:pt x="162358" y="1225860"/>
                  </a:lnTo>
                  <a:lnTo>
                    <a:pt x="191093" y="1260164"/>
                  </a:lnTo>
                  <a:lnTo>
                    <a:pt x="221773" y="1292701"/>
                  </a:lnTo>
                  <a:lnTo>
                    <a:pt x="254310" y="1323381"/>
                  </a:lnTo>
                  <a:lnTo>
                    <a:pt x="288614" y="1352116"/>
                  </a:lnTo>
                  <a:lnTo>
                    <a:pt x="324598" y="1378817"/>
                  </a:lnTo>
                  <a:lnTo>
                    <a:pt x="362172" y="1403395"/>
                  </a:lnTo>
                  <a:lnTo>
                    <a:pt x="401249" y="1425763"/>
                  </a:lnTo>
                  <a:lnTo>
                    <a:pt x="441739" y="1445831"/>
                  </a:lnTo>
                  <a:lnTo>
                    <a:pt x="483553" y="1463511"/>
                  </a:lnTo>
                  <a:lnTo>
                    <a:pt x="526604" y="1478714"/>
                  </a:lnTo>
                  <a:lnTo>
                    <a:pt x="570803" y="1491351"/>
                  </a:lnTo>
                  <a:lnTo>
                    <a:pt x="616060" y="1501335"/>
                  </a:lnTo>
                  <a:lnTo>
                    <a:pt x="662288" y="1508576"/>
                  </a:lnTo>
                  <a:lnTo>
                    <a:pt x="709398" y="1512985"/>
                  </a:lnTo>
                  <a:lnTo>
                    <a:pt x="757301" y="1514475"/>
                  </a:lnTo>
                  <a:lnTo>
                    <a:pt x="805189" y="1512985"/>
                  </a:lnTo>
                  <a:lnTo>
                    <a:pt x="852286" y="1508576"/>
                  </a:lnTo>
                  <a:lnTo>
                    <a:pt x="898502" y="1501335"/>
                  </a:lnTo>
                  <a:lnTo>
                    <a:pt x="943748" y="1491351"/>
                  </a:lnTo>
                  <a:lnTo>
                    <a:pt x="987937" y="1478714"/>
                  </a:lnTo>
                  <a:lnTo>
                    <a:pt x="1030979" y="1463511"/>
                  </a:lnTo>
                  <a:lnTo>
                    <a:pt x="1072785" y="1445831"/>
                  </a:lnTo>
                  <a:lnTo>
                    <a:pt x="1113267" y="1425763"/>
                  </a:lnTo>
                  <a:lnTo>
                    <a:pt x="1152337" y="1403395"/>
                  </a:lnTo>
                  <a:lnTo>
                    <a:pt x="1189906" y="1378817"/>
                  </a:lnTo>
                  <a:lnTo>
                    <a:pt x="1225884" y="1352116"/>
                  </a:lnTo>
                  <a:lnTo>
                    <a:pt x="1260184" y="1323381"/>
                  </a:lnTo>
                  <a:lnTo>
                    <a:pt x="1292717" y="1292701"/>
                  </a:lnTo>
                  <a:lnTo>
                    <a:pt x="1323393" y="1260164"/>
                  </a:lnTo>
                  <a:lnTo>
                    <a:pt x="1352125" y="1225860"/>
                  </a:lnTo>
                  <a:lnTo>
                    <a:pt x="1378824" y="1189876"/>
                  </a:lnTo>
                  <a:lnTo>
                    <a:pt x="1403401" y="1152302"/>
                  </a:lnTo>
                  <a:lnTo>
                    <a:pt x="1425767" y="1113225"/>
                  </a:lnTo>
                  <a:lnTo>
                    <a:pt x="1445833" y="1072735"/>
                  </a:lnTo>
                  <a:lnTo>
                    <a:pt x="1463512" y="1030921"/>
                  </a:lnTo>
                  <a:lnTo>
                    <a:pt x="1478715" y="987870"/>
                  </a:lnTo>
                  <a:lnTo>
                    <a:pt x="1491352" y="943671"/>
                  </a:lnTo>
                  <a:lnTo>
                    <a:pt x="1501335" y="898414"/>
                  </a:lnTo>
                  <a:lnTo>
                    <a:pt x="1508576" y="852186"/>
                  </a:lnTo>
                  <a:lnTo>
                    <a:pt x="1512985" y="805076"/>
                  </a:lnTo>
                  <a:lnTo>
                    <a:pt x="1514475" y="757174"/>
                  </a:lnTo>
                  <a:lnTo>
                    <a:pt x="1512985" y="709285"/>
                  </a:lnTo>
                  <a:lnTo>
                    <a:pt x="1508576" y="662188"/>
                  </a:lnTo>
                  <a:lnTo>
                    <a:pt x="1501335" y="615972"/>
                  </a:lnTo>
                  <a:lnTo>
                    <a:pt x="1491352" y="570726"/>
                  </a:lnTo>
                  <a:lnTo>
                    <a:pt x="1478715" y="526537"/>
                  </a:lnTo>
                  <a:lnTo>
                    <a:pt x="1463512" y="483495"/>
                  </a:lnTo>
                  <a:lnTo>
                    <a:pt x="1445833" y="441689"/>
                  </a:lnTo>
                  <a:lnTo>
                    <a:pt x="1425767" y="401207"/>
                  </a:lnTo>
                  <a:lnTo>
                    <a:pt x="1403401" y="362137"/>
                  </a:lnTo>
                  <a:lnTo>
                    <a:pt x="1378824" y="324568"/>
                  </a:lnTo>
                  <a:lnTo>
                    <a:pt x="1352125" y="288590"/>
                  </a:lnTo>
                  <a:lnTo>
                    <a:pt x="1323393" y="254290"/>
                  </a:lnTo>
                  <a:lnTo>
                    <a:pt x="1292717" y="221757"/>
                  </a:lnTo>
                  <a:lnTo>
                    <a:pt x="1260184" y="191081"/>
                  </a:lnTo>
                  <a:lnTo>
                    <a:pt x="1225884" y="162349"/>
                  </a:lnTo>
                  <a:lnTo>
                    <a:pt x="1189906" y="135650"/>
                  </a:lnTo>
                  <a:lnTo>
                    <a:pt x="1152337" y="111073"/>
                  </a:lnTo>
                  <a:lnTo>
                    <a:pt x="1113267" y="88707"/>
                  </a:lnTo>
                  <a:lnTo>
                    <a:pt x="1072785" y="68641"/>
                  </a:lnTo>
                  <a:lnTo>
                    <a:pt x="1030979" y="50962"/>
                  </a:lnTo>
                  <a:lnTo>
                    <a:pt x="987937" y="35759"/>
                  </a:lnTo>
                  <a:lnTo>
                    <a:pt x="943748" y="23122"/>
                  </a:lnTo>
                  <a:lnTo>
                    <a:pt x="898502" y="13139"/>
                  </a:lnTo>
                  <a:lnTo>
                    <a:pt x="852286" y="5898"/>
                  </a:lnTo>
                  <a:lnTo>
                    <a:pt x="805189" y="1489"/>
                  </a:lnTo>
                  <a:lnTo>
                    <a:pt x="757301" y="0"/>
                  </a:lnTo>
                  <a:close/>
                </a:path>
              </a:pathLst>
            </a:custGeom>
            <a:ln w="19050">
              <a:solidFill>
                <a:srgbClr val="FD422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" name="object 15" descr=""/>
          <p:cNvGrpSpPr/>
          <p:nvPr/>
        </p:nvGrpSpPr>
        <p:grpSpPr>
          <a:xfrm>
            <a:off x="9305925" y="5438775"/>
            <a:ext cx="1533525" cy="1524000"/>
            <a:chOff x="9305925" y="5438775"/>
            <a:chExt cx="1533525" cy="1524000"/>
          </a:xfrm>
        </p:grpSpPr>
        <p:sp>
          <p:nvSpPr>
            <p:cNvPr id="16" name="object 16" descr=""/>
            <p:cNvSpPr/>
            <p:nvPr/>
          </p:nvSpPr>
          <p:spPr>
            <a:xfrm>
              <a:off x="9315450" y="5448300"/>
              <a:ext cx="1514475" cy="1504950"/>
            </a:xfrm>
            <a:custGeom>
              <a:avLst/>
              <a:gdLst/>
              <a:ahLst/>
              <a:cxnLst/>
              <a:rect l="l" t="t" r="r" b="b"/>
              <a:pathLst>
                <a:path w="1514475" h="1504950">
                  <a:moveTo>
                    <a:pt x="757301" y="0"/>
                  </a:moveTo>
                  <a:lnTo>
                    <a:pt x="709398" y="1480"/>
                  </a:lnTo>
                  <a:lnTo>
                    <a:pt x="662288" y="5863"/>
                  </a:lnTo>
                  <a:lnTo>
                    <a:pt x="616060" y="13060"/>
                  </a:lnTo>
                  <a:lnTo>
                    <a:pt x="570803" y="22983"/>
                  </a:lnTo>
                  <a:lnTo>
                    <a:pt x="526604" y="35544"/>
                  </a:lnTo>
                  <a:lnTo>
                    <a:pt x="483553" y="50654"/>
                  </a:lnTo>
                  <a:lnTo>
                    <a:pt x="441739" y="68226"/>
                  </a:lnTo>
                  <a:lnTo>
                    <a:pt x="401249" y="88171"/>
                  </a:lnTo>
                  <a:lnTo>
                    <a:pt x="362172" y="110401"/>
                  </a:lnTo>
                  <a:lnTo>
                    <a:pt x="324598" y="134828"/>
                  </a:lnTo>
                  <a:lnTo>
                    <a:pt x="288614" y="161363"/>
                  </a:lnTo>
                  <a:lnTo>
                    <a:pt x="254310" y="189920"/>
                  </a:lnTo>
                  <a:lnTo>
                    <a:pt x="221773" y="220408"/>
                  </a:lnTo>
                  <a:lnTo>
                    <a:pt x="191093" y="252741"/>
                  </a:lnTo>
                  <a:lnTo>
                    <a:pt x="162358" y="286829"/>
                  </a:lnTo>
                  <a:lnTo>
                    <a:pt x="135657" y="322585"/>
                  </a:lnTo>
                  <a:lnTo>
                    <a:pt x="111079" y="359921"/>
                  </a:lnTo>
                  <a:lnTo>
                    <a:pt x="88711" y="398748"/>
                  </a:lnTo>
                  <a:lnTo>
                    <a:pt x="68643" y="438979"/>
                  </a:lnTo>
                  <a:lnTo>
                    <a:pt x="50963" y="480524"/>
                  </a:lnTo>
                  <a:lnTo>
                    <a:pt x="35760" y="523297"/>
                  </a:lnTo>
                  <a:lnTo>
                    <a:pt x="23123" y="567208"/>
                  </a:lnTo>
                  <a:lnTo>
                    <a:pt x="13139" y="612169"/>
                  </a:lnTo>
                  <a:lnTo>
                    <a:pt x="5898" y="658093"/>
                  </a:lnTo>
                  <a:lnTo>
                    <a:pt x="1489" y="704891"/>
                  </a:lnTo>
                  <a:lnTo>
                    <a:pt x="0" y="752475"/>
                  </a:lnTo>
                  <a:lnTo>
                    <a:pt x="1489" y="800058"/>
                  </a:lnTo>
                  <a:lnTo>
                    <a:pt x="5898" y="846856"/>
                  </a:lnTo>
                  <a:lnTo>
                    <a:pt x="13139" y="892780"/>
                  </a:lnTo>
                  <a:lnTo>
                    <a:pt x="23123" y="937741"/>
                  </a:lnTo>
                  <a:lnTo>
                    <a:pt x="35760" y="981652"/>
                  </a:lnTo>
                  <a:lnTo>
                    <a:pt x="50963" y="1024425"/>
                  </a:lnTo>
                  <a:lnTo>
                    <a:pt x="68643" y="1065970"/>
                  </a:lnTo>
                  <a:lnTo>
                    <a:pt x="88711" y="1106201"/>
                  </a:lnTo>
                  <a:lnTo>
                    <a:pt x="111079" y="1145028"/>
                  </a:lnTo>
                  <a:lnTo>
                    <a:pt x="135657" y="1182364"/>
                  </a:lnTo>
                  <a:lnTo>
                    <a:pt x="162358" y="1218120"/>
                  </a:lnTo>
                  <a:lnTo>
                    <a:pt x="191093" y="1252208"/>
                  </a:lnTo>
                  <a:lnTo>
                    <a:pt x="221773" y="1284541"/>
                  </a:lnTo>
                  <a:lnTo>
                    <a:pt x="254310" y="1315029"/>
                  </a:lnTo>
                  <a:lnTo>
                    <a:pt x="288614" y="1343586"/>
                  </a:lnTo>
                  <a:lnTo>
                    <a:pt x="324598" y="1370121"/>
                  </a:lnTo>
                  <a:lnTo>
                    <a:pt x="362172" y="1394548"/>
                  </a:lnTo>
                  <a:lnTo>
                    <a:pt x="401249" y="1416778"/>
                  </a:lnTo>
                  <a:lnTo>
                    <a:pt x="441739" y="1436723"/>
                  </a:lnTo>
                  <a:lnTo>
                    <a:pt x="483553" y="1454295"/>
                  </a:lnTo>
                  <a:lnTo>
                    <a:pt x="526604" y="1469405"/>
                  </a:lnTo>
                  <a:lnTo>
                    <a:pt x="570803" y="1481966"/>
                  </a:lnTo>
                  <a:lnTo>
                    <a:pt x="616060" y="1491889"/>
                  </a:lnTo>
                  <a:lnTo>
                    <a:pt x="662288" y="1499086"/>
                  </a:lnTo>
                  <a:lnTo>
                    <a:pt x="709398" y="1503469"/>
                  </a:lnTo>
                  <a:lnTo>
                    <a:pt x="757301" y="1504950"/>
                  </a:lnTo>
                  <a:lnTo>
                    <a:pt x="805189" y="1503469"/>
                  </a:lnTo>
                  <a:lnTo>
                    <a:pt x="852286" y="1499086"/>
                  </a:lnTo>
                  <a:lnTo>
                    <a:pt x="898502" y="1491889"/>
                  </a:lnTo>
                  <a:lnTo>
                    <a:pt x="943748" y="1481966"/>
                  </a:lnTo>
                  <a:lnTo>
                    <a:pt x="987937" y="1469405"/>
                  </a:lnTo>
                  <a:lnTo>
                    <a:pt x="1030979" y="1454295"/>
                  </a:lnTo>
                  <a:lnTo>
                    <a:pt x="1072785" y="1436723"/>
                  </a:lnTo>
                  <a:lnTo>
                    <a:pt x="1113267" y="1416778"/>
                  </a:lnTo>
                  <a:lnTo>
                    <a:pt x="1152337" y="1394548"/>
                  </a:lnTo>
                  <a:lnTo>
                    <a:pt x="1189906" y="1370121"/>
                  </a:lnTo>
                  <a:lnTo>
                    <a:pt x="1225884" y="1343586"/>
                  </a:lnTo>
                  <a:lnTo>
                    <a:pt x="1260184" y="1315029"/>
                  </a:lnTo>
                  <a:lnTo>
                    <a:pt x="1292717" y="1284541"/>
                  </a:lnTo>
                  <a:lnTo>
                    <a:pt x="1323393" y="1252208"/>
                  </a:lnTo>
                  <a:lnTo>
                    <a:pt x="1352125" y="1218120"/>
                  </a:lnTo>
                  <a:lnTo>
                    <a:pt x="1378824" y="1182364"/>
                  </a:lnTo>
                  <a:lnTo>
                    <a:pt x="1403401" y="1145028"/>
                  </a:lnTo>
                  <a:lnTo>
                    <a:pt x="1425767" y="1106201"/>
                  </a:lnTo>
                  <a:lnTo>
                    <a:pt x="1445833" y="1065970"/>
                  </a:lnTo>
                  <a:lnTo>
                    <a:pt x="1463512" y="1024425"/>
                  </a:lnTo>
                  <a:lnTo>
                    <a:pt x="1478715" y="981652"/>
                  </a:lnTo>
                  <a:lnTo>
                    <a:pt x="1491352" y="937741"/>
                  </a:lnTo>
                  <a:lnTo>
                    <a:pt x="1501335" y="892780"/>
                  </a:lnTo>
                  <a:lnTo>
                    <a:pt x="1508576" y="846856"/>
                  </a:lnTo>
                  <a:lnTo>
                    <a:pt x="1512985" y="800058"/>
                  </a:lnTo>
                  <a:lnTo>
                    <a:pt x="1514475" y="752475"/>
                  </a:lnTo>
                  <a:lnTo>
                    <a:pt x="1512985" y="704891"/>
                  </a:lnTo>
                  <a:lnTo>
                    <a:pt x="1508576" y="658093"/>
                  </a:lnTo>
                  <a:lnTo>
                    <a:pt x="1501335" y="612169"/>
                  </a:lnTo>
                  <a:lnTo>
                    <a:pt x="1491352" y="567208"/>
                  </a:lnTo>
                  <a:lnTo>
                    <a:pt x="1478715" y="523297"/>
                  </a:lnTo>
                  <a:lnTo>
                    <a:pt x="1463512" y="480524"/>
                  </a:lnTo>
                  <a:lnTo>
                    <a:pt x="1445833" y="438979"/>
                  </a:lnTo>
                  <a:lnTo>
                    <a:pt x="1425767" y="398748"/>
                  </a:lnTo>
                  <a:lnTo>
                    <a:pt x="1403401" y="359921"/>
                  </a:lnTo>
                  <a:lnTo>
                    <a:pt x="1378824" y="322585"/>
                  </a:lnTo>
                  <a:lnTo>
                    <a:pt x="1352125" y="286829"/>
                  </a:lnTo>
                  <a:lnTo>
                    <a:pt x="1323393" y="252741"/>
                  </a:lnTo>
                  <a:lnTo>
                    <a:pt x="1292717" y="220408"/>
                  </a:lnTo>
                  <a:lnTo>
                    <a:pt x="1260184" y="189920"/>
                  </a:lnTo>
                  <a:lnTo>
                    <a:pt x="1225884" y="161363"/>
                  </a:lnTo>
                  <a:lnTo>
                    <a:pt x="1189906" y="134828"/>
                  </a:lnTo>
                  <a:lnTo>
                    <a:pt x="1152337" y="110401"/>
                  </a:lnTo>
                  <a:lnTo>
                    <a:pt x="1113267" y="88171"/>
                  </a:lnTo>
                  <a:lnTo>
                    <a:pt x="1072785" y="68226"/>
                  </a:lnTo>
                  <a:lnTo>
                    <a:pt x="1030979" y="50654"/>
                  </a:lnTo>
                  <a:lnTo>
                    <a:pt x="987937" y="35544"/>
                  </a:lnTo>
                  <a:lnTo>
                    <a:pt x="943748" y="22983"/>
                  </a:lnTo>
                  <a:lnTo>
                    <a:pt x="898502" y="13060"/>
                  </a:lnTo>
                  <a:lnTo>
                    <a:pt x="852286" y="5863"/>
                  </a:lnTo>
                  <a:lnTo>
                    <a:pt x="805189" y="1480"/>
                  </a:lnTo>
                  <a:lnTo>
                    <a:pt x="757301" y="0"/>
                  </a:lnTo>
                  <a:close/>
                </a:path>
              </a:pathLst>
            </a:custGeom>
            <a:solidFill>
              <a:srgbClr val="11051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 descr=""/>
            <p:cNvSpPr/>
            <p:nvPr/>
          </p:nvSpPr>
          <p:spPr>
            <a:xfrm>
              <a:off x="9315450" y="5448300"/>
              <a:ext cx="1514475" cy="1504950"/>
            </a:xfrm>
            <a:custGeom>
              <a:avLst/>
              <a:gdLst/>
              <a:ahLst/>
              <a:cxnLst/>
              <a:rect l="l" t="t" r="r" b="b"/>
              <a:pathLst>
                <a:path w="1514475" h="1504950">
                  <a:moveTo>
                    <a:pt x="757301" y="0"/>
                  </a:moveTo>
                  <a:lnTo>
                    <a:pt x="709398" y="1480"/>
                  </a:lnTo>
                  <a:lnTo>
                    <a:pt x="662288" y="5863"/>
                  </a:lnTo>
                  <a:lnTo>
                    <a:pt x="616060" y="13060"/>
                  </a:lnTo>
                  <a:lnTo>
                    <a:pt x="570803" y="22983"/>
                  </a:lnTo>
                  <a:lnTo>
                    <a:pt x="526604" y="35544"/>
                  </a:lnTo>
                  <a:lnTo>
                    <a:pt x="483553" y="50654"/>
                  </a:lnTo>
                  <a:lnTo>
                    <a:pt x="441739" y="68226"/>
                  </a:lnTo>
                  <a:lnTo>
                    <a:pt x="401249" y="88171"/>
                  </a:lnTo>
                  <a:lnTo>
                    <a:pt x="362172" y="110401"/>
                  </a:lnTo>
                  <a:lnTo>
                    <a:pt x="324598" y="134828"/>
                  </a:lnTo>
                  <a:lnTo>
                    <a:pt x="288614" y="161363"/>
                  </a:lnTo>
                  <a:lnTo>
                    <a:pt x="254310" y="189920"/>
                  </a:lnTo>
                  <a:lnTo>
                    <a:pt x="221773" y="220408"/>
                  </a:lnTo>
                  <a:lnTo>
                    <a:pt x="191093" y="252741"/>
                  </a:lnTo>
                  <a:lnTo>
                    <a:pt x="162358" y="286829"/>
                  </a:lnTo>
                  <a:lnTo>
                    <a:pt x="135657" y="322585"/>
                  </a:lnTo>
                  <a:lnTo>
                    <a:pt x="111079" y="359921"/>
                  </a:lnTo>
                  <a:lnTo>
                    <a:pt x="88711" y="398748"/>
                  </a:lnTo>
                  <a:lnTo>
                    <a:pt x="68643" y="438979"/>
                  </a:lnTo>
                  <a:lnTo>
                    <a:pt x="50963" y="480524"/>
                  </a:lnTo>
                  <a:lnTo>
                    <a:pt x="35760" y="523297"/>
                  </a:lnTo>
                  <a:lnTo>
                    <a:pt x="23123" y="567208"/>
                  </a:lnTo>
                  <a:lnTo>
                    <a:pt x="13139" y="612169"/>
                  </a:lnTo>
                  <a:lnTo>
                    <a:pt x="5898" y="658093"/>
                  </a:lnTo>
                  <a:lnTo>
                    <a:pt x="1489" y="704891"/>
                  </a:lnTo>
                  <a:lnTo>
                    <a:pt x="0" y="752475"/>
                  </a:lnTo>
                  <a:lnTo>
                    <a:pt x="1489" y="800058"/>
                  </a:lnTo>
                  <a:lnTo>
                    <a:pt x="5898" y="846856"/>
                  </a:lnTo>
                  <a:lnTo>
                    <a:pt x="13139" y="892780"/>
                  </a:lnTo>
                  <a:lnTo>
                    <a:pt x="23123" y="937741"/>
                  </a:lnTo>
                  <a:lnTo>
                    <a:pt x="35760" y="981652"/>
                  </a:lnTo>
                  <a:lnTo>
                    <a:pt x="50963" y="1024425"/>
                  </a:lnTo>
                  <a:lnTo>
                    <a:pt x="68643" y="1065970"/>
                  </a:lnTo>
                  <a:lnTo>
                    <a:pt x="88711" y="1106201"/>
                  </a:lnTo>
                  <a:lnTo>
                    <a:pt x="111079" y="1145028"/>
                  </a:lnTo>
                  <a:lnTo>
                    <a:pt x="135657" y="1182364"/>
                  </a:lnTo>
                  <a:lnTo>
                    <a:pt x="162358" y="1218120"/>
                  </a:lnTo>
                  <a:lnTo>
                    <a:pt x="191093" y="1252208"/>
                  </a:lnTo>
                  <a:lnTo>
                    <a:pt x="221773" y="1284541"/>
                  </a:lnTo>
                  <a:lnTo>
                    <a:pt x="254310" y="1315029"/>
                  </a:lnTo>
                  <a:lnTo>
                    <a:pt x="288614" y="1343586"/>
                  </a:lnTo>
                  <a:lnTo>
                    <a:pt x="324598" y="1370121"/>
                  </a:lnTo>
                  <a:lnTo>
                    <a:pt x="362172" y="1394548"/>
                  </a:lnTo>
                  <a:lnTo>
                    <a:pt x="401249" y="1416778"/>
                  </a:lnTo>
                  <a:lnTo>
                    <a:pt x="441739" y="1436723"/>
                  </a:lnTo>
                  <a:lnTo>
                    <a:pt x="483553" y="1454295"/>
                  </a:lnTo>
                  <a:lnTo>
                    <a:pt x="526604" y="1469405"/>
                  </a:lnTo>
                  <a:lnTo>
                    <a:pt x="570803" y="1481966"/>
                  </a:lnTo>
                  <a:lnTo>
                    <a:pt x="616060" y="1491889"/>
                  </a:lnTo>
                  <a:lnTo>
                    <a:pt x="662288" y="1499086"/>
                  </a:lnTo>
                  <a:lnTo>
                    <a:pt x="709398" y="1503469"/>
                  </a:lnTo>
                  <a:lnTo>
                    <a:pt x="757301" y="1504950"/>
                  </a:lnTo>
                  <a:lnTo>
                    <a:pt x="805189" y="1503469"/>
                  </a:lnTo>
                  <a:lnTo>
                    <a:pt x="852286" y="1499086"/>
                  </a:lnTo>
                  <a:lnTo>
                    <a:pt x="898502" y="1491889"/>
                  </a:lnTo>
                  <a:lnTo>
                    <a:pt x="943748" y="1481966"/>
                  </a:lnTo>
                  <a:lnTo>
                    <a:pt x="987937" y="1469405"/>
                  </a:lnTo>
                  <a:lnTo>
                    <a:pt x="1030979" y="1454295"/>
                  </a:lnTo>
                  <a:lnTo>
                    <a:pt x="1072785" y="1436723"/>
                  </a:lnTo>
                  <a:lnTo>
                    <a:pt x="1113267" y="1416778"/>
                  </a:lnTo>
                  <a:lnTo>
                    <a:pt x="1152337" y="1394548"/>
                  </a:lnTo>
                  <a:lnTo>
                    <a:pt x="1189906" y="1370121"/>
                  </a:lnTo>
                  <a:lnTo>
                    <a:pt x="1225884" y="1343586"/>
                  </a:lnTo>
                  <a:lnTo>
                    <a:pt x="1260184" y="1315029"/>
                  </a:lnTo>
                  <a:lnTo>
                    <a:pt x="1292717" y="1284541"/>
                  </a:lnTo>
                  <a:lnTo>
                    <a:pt x="1323393" y="1252208"/>
                  </a:lnTo>
                  <a:lnTo>
                    <a:pt x="1352125" y="1218120"/>
                  </a:lnTo>
                  <a:lnTo>
                    <a:pt x="1378824" y="1182364"/>
                  </a:lnTo>
                  <a:lnTo>
                    <a:pt x="1403401" y="1145028"/>
                  </a:lnTo>
                  <a:lnTo>
                    <a:pt x="1425767" y="1106201"/>
                  </a:lnTo>
                  <a:lnTo>
                    <a:pt x="1445833" y="1065970"/>
                  </a:lnTo>
                  <a:lnTo>
                    <a:pt x="1463512" y="1024425"/>
                  </a:lnTo>
                  <a:lnTo>
                    <a:pt x="1478715" y="981652"/>
                  </a:lnTo>
                  <a:lnTo>
                    <a:pt x="1491352" y="937741"/>
                  </a:lnTo>
                  <a:lnTo>
                    <a:pt x="1501335" y="892780"/>
                  </a:lnTo>
                  <a:lnTo>
                    <a:pt x="1508576" y="846856"/>
                  </a:lnTo>
                  <a:lnTo>
                    <a:pt x="1512985" y="800058"/>
                  </a:lnTo>
                  <a:lnTo>
                    <a:pt x="1514475" y="752475"/>
                  </a:lnTo>
                  <a:lnTo>
                    <a:pt x="1512985" y="704891"/>
                  </a:lnTo>
                  <a:lnTo>
                    <a:pt x="1508576" y="658093"/>
                  </a:lnTo>
                  <a:lnTo>
                    <a:pt x="1501335" y="612169"/>
                  </a:lnTo>
                  <a:lnTo>
                    <a:pt x="1491352" y="567208"/>
                  </a:lnTo>
                  <a:lnTo>
                    <a:pt x="1478715" y="523297"/>
                  </a:lnTo>
                  <a:lnTo>
                    <a:pt x="1463512" y="480524"/>
                  </a:lnTo>
                  <a:lnTo>
                    <a:pt x="1445833" y="438979"/>
                  </a:lnTo>
                  <a:lnTo>
                    <a:pt x="1425767" y="398748"/>
                  </a:lnTo>
                  <a:lnTo>
                    <a:pt x="1403401" y="359921"/>
                  </a:lnTo>
                  <a:lnTo>
                    <a:pt x="1378824" y="322585"/>
                  </a:lnTo>
                  <a:lnTo>
                    <a:pt x="1352125" y="286829"/>
                  </a:lnTo>
                  <a:lnTo>
                    <a:pt x="1323393" y="252741"/>
                  </a:lnTo>
                  <a:lnTo>
                    <a:pt x="1292717" y="220408"/>
                  </a:lnTo>
                  <a:lnTo>
                    <a:pt x="1260184" y="189920"/>
                  </a:lnTo>
                  <a:lnTo>
                    <a:pt x="1225884" y="161363"/>
                  </a:lnTo>
                  <a:lnTo>
                    <a:pt x="1189906" y="134828"/>
                  </a:lnTo>
                  <a:lnTo>
                    <a:pt x="1152337" y="110401"/>
                  </a:lnTo>
                  <a:lnTo>
                    <a:pt x="1113267" y="88171"/>
                  </a:lnTo>
                  <a:lnTo>
                    <a:pt x="1072785" y="68226"/>
                  </a:lnTo>
                  <a:lnTo>
                    <a:pt x="1030979" y="50654"/>
                  </a:lnTo>
                  <a:lnTo>
                    <a:pt x="987937" y="35544"/>
                  </a:lnTo>
                  <a:lnTo>
                    <a:pt x="943748" y="22983"/>
                  </a:lnTo>
                  <a:lnTo>
                    <a:pt x="898502" y="13060"/>
                  </a:lnTo>
                  <a:lnTo>
                    <a:pt x="852286" y="5863"/>
                  </a:lnTo>
                  <a:lnTo>
                    <a:pt x="805189" y="1480"/>
                  </a:lnTo>
                  <a:lnTo>
                    <a:pt x="757301" y="0"/>
                  </a:lnTo>
                  <a:close/>
                </a:path>
              </a:pathLst>
            </a:custGeom>
            <a:ln w="19050">
              <a:solidFill>
                <a:srgbClr val="FD422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 descr=""/>
          <p:cNvSpPr/>
          <p:nvPr/>
        </p:nvSpPr>
        <p:spPr>
          <a:xfrm>
            <a:off x="3058515" y="3753649"/>
            <a:ext cx="417195" cy="1017905"/>
          </a:xfrm>
          <a:custGeom>
            <a:avLst/>
            <a:gdLst/>
            <a:ahLst/>
            <a:cxnLst/>
            <a:rect l="l" t="t" r="r" b="b"/>
            <a:pathLst>
              <a:path w="417195" h="1017904">
                <a:moveTo>
                  <a:pt x="326529" y="812673"/>
                </a:moveTo>
                <a:lnTo>
                  <a:pt x="312039" y="755662"/>
                </a:lnTo>
                <a:lnTo>
                  <a:pt x="271919" y="712266"/>
                </a:lnTo>
                <a:lnTo>
                  <a:pt x="241173" y="692162"/>
                </a:lnTo>
                <a:lnTo>
                  <a:pt x="241173" y="427177"/>
                </a:lnTo>
                <a:lnTo>
                  <a:pt x="238391" y="413512"/>
                </a:lnTo>
                <a:lnTo>
                  <a:pt x="230835" y="402336"/>
                </a:lnTo>
                <a:lnTo>
                  <a:pt x="219621" y="394792"/>
                </a:lnTo>
                <a:lnTo>
                  <a:pt x="205905" y="392036"/>
                </a:lnTo>
                <a:lnTo>
                  <a:pt x="192176" y="394792"/>
                </a:lnTo>
                <a:lnTo>
                  <a:pt x="180962" y="402336"/>
                </a:lnTo>
                <a:lnTo>
                  <a:pt x="173393" y="413512"/>
                </a:lnTo>
                <a:lnTo>
                  <a:pt x="170611" y="427177"/>
                </a:lnTo>
                <a:lnTo>
                  <a:pt x="170611" y="692162"/>
                </a:lnTo>
                <a:lnTo>
                  <a:pt x="139877" y="712266"/>
                </a:lnTo>
                <a:lnTo>
                  <a:pt x="116916" y="731685"/>
                </a:lnTo>
                <a:lnTo>
                  <a:pt x="99758" y="755662"/>
                </a:lnTo>
                <a:lnTo>
                  <a:pt x="89001" y="783031"/>
                </a:lnTo>
                <a:lnTo>
                  <a:pt x="85280" y="812673"/>
                </a:lnTo>
                <a:lnTo>
                  <a:pt x="94767" y="859383"/>
                </a:lnTo>
                <a:lnTo>
                  <a:pt x="120650" y="897559"/>
                </a:lnTo>
                <a:lnTo>
                  <a:pt x="158991" y="923315"/>
                </a:lnTo>
                <a:lnTo>
                  <a:pt x="205905" y="932776"/>
                </a:lnTo>
                <a:lnTo>
                  <a:pt x="252818" y="923328"/>
                </a:lnTo>
                <a:lnTo>
                  <a:pt x="291160" y="897559"/>
                </a:lnTo>
                <a:lnTo>
                  <a:pt x="317030" y="859383"/>
                </a:lnTo>
                <a:lnTo>
                  <a:pt x="326529" y="812673"/>
                </a:lnTo>
                <a:close/>
              </a:path>
              <a:path w="417195" h="1017904">
                <a:moveTo>
                  <a:pt x="417156" y="163918"/>
                </a:moveTo>
                <a:lnTo>
                  <a:pt x="409486" y="156260"/>
                </a:lnTo>
                <a:lnTo>
                  <a:pt x="326453" y="156260"/>
                </a:lnTo>
                <a:lnTo>
                  <a:pt x="326453" y="120027"/>
                </a:lnTo>
                <a:lnTo>
                  <a:pt x="316966" y="73342"/>
                </a:lnTo>
                <a:lnTo>
                  <a:pt x="291109" y="35191"/>
                </a:lnTo>
                <a:lnTo>
                  <a:pt x="252780" y="9448"/>
                </a:lnTo>
                <a:lnTo>
                  <a:pt x="205905" y="0"/>
                </a:lnTo>
                <a:lnTo>
                  <a:pt x="159029" y="9448"/>
                </a:lnTo>
                <a:lnTo>
                  <a:pt x="120700" y="35191"/>
                </a:lnTo>
                <a:lnTo>
                  <a:pt x="94830" y="73342"/>
                </a:lnTo>
                <a:lnTo>
                  <a:pt x="85344" y="120027"/>
                </a:lnTo>
                <a:lnTo>
                  <a:pt x="85344" y="646582"/>
                </a:lnTo>
                <a:lnTo>
                  <a:pt x="49390" y="679526"/>
                </a:lnTo>
                <a:lnTo>
                  <a:pt x="22567" y="719315"/>
                </a:lnTo>
                <a:lnTo>
                  <a:pt x="5791" y="764260"/>
                </a:lnTo>
                <a:lnTo>
                  <a:pt x="0" y="812673"/>
                </a:lnTo>
                <a:lnTo>
                  <a:pt x="5448" y="859624"/>
                </a:lnTo>
                <a:lnTo>
                  <a:pt x="20955" y="902754"/>
                </a:lnTo>
                <a:lnTo>
                  <a:pt x="45288" y="940816"/>
                </a:lnTo>
                <a:lnTo>
                  <a:pt x="77203" y="972578"/>
                </a:lnTo>
                <a:lnTo>
                  <a:pt x="115443" y="996810"/>
                </a:lnTo>
                <a:lnTo>
                  <a:pt x="158750" y="1012253"/>
                </a:lnTo>
                <a:lnTo>
                  <a:pt x="205905" y="1017676"/>
                </a:lnTo>
                <a:lnTo>
                  <a:pt x="253060" y="1012253"/>
                </a:lnTo>
                <a:lnTo>
                  <a:pt x="296379" y="996810"/>
                </a:lnTo>
                <a:lnTo>
                  <a:pt x="334606" y="972578"/>
                </a:lnTo>
                <a:lnTo>
                  <a:pt x="366509" y="940816"/>
                </a:lnTo>
                <a:lnTo>
                  <a:pt x="390842" y="902754"/>
                </a:lnTo>
                <a:lnTo>
                  <a:pt x="406361" y="859624"/>
                </a:lnTo>
                <a:lnTo>
                  <a:pt x="411810" y="812673"/>
                </a:lnTo>
                <a:lnTo>
                  <a:pt x="406006" y="764260"/>
                </a:lnTo>
                <a:lnTo>
                  <a:pt x="389229" y="719315"/>
                </a:lnTo>
                <a:lnTo>
                  <a:pt x="377456" y="701865"/>
                </a:lnTo>
                <a:lnTo>
                  <a:pt x="377456" y="812673"/>
                </a:lnTo>
                <a:lnTo>
                  <a:pt x="371322" y="858037"/>
                </a:lnTo>
                <a:lnTo>
                  <a:pt x="353999" y="898829"/>
                </a:lnTo>
                <a:lnTo>
                  <a:pt x="327152" y="933411"/>
                </a:lnTo>
                <a:lnTo>
                  <a:pt x="292430" y="960145"/>
                </a:lnTo>
                <a:lnTo>
                  <a:pt x="251460" y="977392"/>
                </a:lnTo>
                <a:lnTo>
                  <a:pt x="205905" y="983500"/>
                </a:lnTo>
                <a:lnTo>
                  <a:pt x="160337" y="977392"/>
                </a:lnTo>
                <a:lnTo>
                  <a:pt x="119367" y="960145"/>
                </a:lnTo>
                <a:lnTo>
                  <a:pt x="84632" y="933411"/>
                </a:lnTo>
                <a:lnTo>
                  <a:pt x="57785" y="898829"/>
                </a:lnTo>
                <a:lnTo>
                  <a:pt x="40462" y="858037"/>
                </a:lnTo>
                <a:lnTo>
                  <a:pt x="34315" y="812673"/>
                </a:lnTo>
                <a:lnTo>
                  <a:pt x="39611" y="770496"/>
                </a:lnTo>
                <a:lnTo>
                  <a:pt x="54889" y="731558"/>
                </a:lnTo>
                <a:lnTo>
                  <a:pt x="79298" y="697471"/>
                </a:lnTo>
                <a:lnTo>
                  <a:pt x="111925" y="669848"/>
                </a:lnTo>
                <a:lnTo>
                  <a:pt x="119659" y="664806"/>
                </a:lnTo>
                <a:lnTo>
                  <a:pt x="119659" y="120027"/>
                </a:lnTo>
                <a:lnTo>
                  <a:pt x="126453" y="86639"/>
                </a:lnTo>
                <a:lnTo>
                  <a:pt x="144945" y="59334"/>
                </a:lnTo>
                <a:lnTo>
                  <a:pt x="172364" y="40919"/>
                </a:lnTo>
                <a:lnTo>
                  <a:pt x="205905" y="34150"/>
                </a:lnTo>
                <a:lnTo>
                  <a:pt x="239433" y="40919"/>
                </a:lnTo>
                <a:lnTo>
                  <a:pt x="266839" y="59334"/>
                </a:lnTo>
                <a:lnTo>
                  <a:pt x="285330" y="86639"/>
                </a:lnTo>
                <a:lnTo>
                  <a:pt x="292125" y="120027"/>
                </a:lnTo>
                <a:lnTo>
                  <a:pt x="292125" y="163918"/>
                </a:lnTo>
                <a:lnTo>
                  <a:pt x="292125" y="182791"/>
                </a:lnTo>
                <a:lnTo>
                  <a:pt x="292125" y="664806"/>
                </a:lnTo>
                <a:lnTo>
                  <a:pt x="299872" y="669848"/>
                </a:lnTo>
                <a:lnTo>
                  <a:pt x="332511" y="697471"/>
                </a:lnTo>
                <a:lnTo>
                  <a:pt x="356895" y="731558"/>
                </a:lnTo>
                <a:lnTo>
                  <a:pt x="372173" y="770496"/>
                </a:lnTo>
                <a:lnTo>
                  <a:pt x="377456" y="812673"/>
                </a:lnTo>
                <a:lnTo>
                  <a:pt x="377456" y="701865"/>
                </a:lnTo>
                <a:lnTo>
                  <a:pt x="362394" y="679526"/>
                </a:lnTo>
                <a:lnTo>
                  <a:pt x="326453" y="646582"/>
                </a:lnTo>
                <a:lnTo>
                  <a:pt x="326453" y="518477"/>
                </a:lnTo>
                <a:lnTo>
                  <a:pt x="400011" y="518477"/>
                </a:lnTo>
                <a:lnTo>
                  <a:pt x="409486" y="518477"/>
                </a:lnTo>
                <a:lnTo>
                  <a:pt x="417156" y="510844"/>
                </a:lnTo>
                <a:lnTo>
                  <a:pt x="417156" y="491934"/>
                </a:lnTo>
                <a:lnTo>
                  <a:pt x="409486" y="484301"/>
                </a:lnTo>
                <a:lnTo>
                  <a:pt x="326453" y="484301"/>
                </a:lnTo>
                <a:lnTo>
                  <a:pt x="326453" y="409130"/>
                </a:lnTo>
                <a:lnTo>
                  <a:pt x="400011" y="409130"/>
                </a:lnTo>
                <a:lnTo>
                  <a:pt x="409486" y="409130"/>
                </a:lnTo>
                <a:lnTo>
                  <a:pt x="417156" y="401485"/>
                </a:lnTo>
                <a:lnTo>
                  <a:pt x="417156" y="382612"/>
                </a:lnTo>
                <a:lnTo>
                  <a:pt x="409486" y="374954"/>
                </a:lnTo>
                <a:lnTo>
                  <a:pt x="326453" y="374954"/>
                </a:lnTo>
                <a:lnTo>
                  <a:pt x="326453" y="299783"/>
                </a:lnTo>
                <a:lnTo>
                  <a:pt x="400011" y="299783"/>
                </a:lnTo>
                <a:lnTo>
                  <a:pt x="409486" y="299783"/>
                </a:lnTo>
                <a:lnTo>
                  <a:pt x="417156" y="292138"/>
                </a:lnTo>
                <a:lnTo>
                  <a:pt x="417156" y="273240"/>
                </a:lnTo>
                <a:lnTo>
                  <a:pt x="409486" y="265607"/>
                </a:lnTo>
                <a:lnTo>
                  <a:pt x="326453" y="265607"/>
                </a:lnTo>
                <a:lnTo>
                  <a:pt x="326453" y="190436"/>
                </a:lnTo>
                <a:lnTo>
                  <a:pt x="400011" y="190436"/>
                </a:lnTo>
                <a:lnTo>
                  <a:pt x="409486" y="190436"/>
                </a:lnTo>
                <a:lnTo>
                  <a:pt x="417156" y="182791"/>
                </a:lnTo>
                <a:lnTo>
                  <a:pt x="417156" y="163918"/>
                </a:lnTo>
                <a:close/>
              </a:path>
            </a:pathLst>
          </a:custGeom>
          <a:solidFill>
            <a:srgbClr val="FD42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 descr=""/>
          <p:cNvSpPr/>
          <p:nvPr/>
        </p:nvSpPr>
        <p:spPr>
          <a:xfrm>
            <a:off x="9544926" y="3887444"/>
            <a:ext cx="1066165" cy="750570"/>
          </a:xfrm>
          <a:custGeom>
            <a:avLst/>
            <a:gdLst/>
            <a:ahLst/>
            <a:cxnLst/>
            <a:rect l="l" t="t" r="r" b="b"/>
            <a:pathLst>
              <a:path w="1066165" h="750570">
                <a:moveTo>
                  <a:pt x="384327" y="155613"/>
                </a:moveTo>
                <a:lnTo>
                  <a:pt x="375716" y="124383"/>
                </a:lnTo>
                <a:lnTo>
                  <a:pt x="356908" y="103136"/>
                </a:lnTo>
                <a:lnTo>
                  <a:pt x="354215" y="100101"/>
                </a:lnTo>
                <a:lnTo>
                  <a:pt x="346430" y="95770"/>
                </a:lnTo>
                <a:lnTo>
                  <a:pt x="346430" y="144919"/>
                </a:lnTo>
                <a:lnTo>
                  <a:pt x="346430" y="166306"/>
                </a:lnTo>
                <a:lnTo>
                  <a:pt x="329450" y="186093"/>
                </a:lnTo>
                <a:lnTo>
                  <a:pt x="295503" y="201091"/>
                </a:lnTo>
                <a:lnTo>
                  <a:pt x="244576" y="208089"/>
                </a:lnTo>
                <a:lnTo>
                  <a:pt x="193636" y="201091"/>
                </a:lnTo>
                <a:lnTo>
                  <a:pt x="159689" y="186093"/>
                </a:lnTo>
                <a:lnTo>
                  <a:pt x="142709" y="166306"/>
                </a:lnTo>
                <a:lnTo>
                  <a:pt x="142709" y="144919"/>
                </a:lnTo>
                <a:lnTo>
                  <a:pt x="159689" y="125133"/>
                </a:lnTo>
                <a:lnTo>
                  <a:pt x="193649" y="110134"/>
                </a:lnTo>
                <a:lnTo>
                  <a:pt x="244576" y="103136"/>
                </a:lnTo>
                <a:lnTo>
                  <a:pt x="295503" y="110134"/>
                </a:lnTo>
                <a:lnTo>
                  <a:pt x="329463" y="125133"/>
                </a:lnTo>
                <a:lnTo>
                  <a:pt x="346430" y="144919"/>
                </a:lnTo>
                <a:lnTo>
                  <a:pt x="346430" y="95770"/>
                </a:lnTo>
                <a:lnTo>
                  <a:pt x="323049" y="82740"/>
                </a:lnTo>
                <a:lnTo>
                  <a:pt x="285432" y="72326"/>
                </a:lnTo>
                <a:lnTo>
                  <a:pt x="244551" y="68859"/>
                </a:lnTo>
                <a:lnTo>
                  <a:pt x="203708" y="72326"/>
                </a:lnTo>
                <a:lnTo>
                  <a:pt x="166090" y="82740"/>
                </a:lnTo>
                <a:lnTo>
                  <a:pt x="134924" y="100101"/>
                </a:lnTo>
                <a:lnTo>
                  <a:pt x="113423" y="124383"/>
                </a:lnTo>
                <a:lnTo>
                  <a:pt x="104813" y="155613"/>
                </a:lnTo>
                <a:lnTo>
                  <a:pt x="115633" y="189966"/>
                </a:lnTo>
                <a:lnTo>
                  <a:pt x="145313" y="217741"/>
                </a:lnTo>
                <a:lnTo>
                  <a:pt x="189674" y="236308"/>
                </a:lnTo>
                <a:lnTo>
                  <a:pt x="244576" y="243078"/>
                </a:lnTo>
                <a:lnTo>
                  <a:pt x="299466" y="236308"/>
                </a:lnTo>
                <a:lnTo>
                  <a:pt x="343839" y="217741"/>
                </a:lnTo>
                <a:lnTo>
                  <a:pt x="354139" y="208089"/>
                </a:lnTo>
                <a:lnTo>
                  <a:pt x="373507" y="189966"/>
                </a:lnTo>
                <a:lnTo>
                  <a:pt x="384327" y="155613"/>
                </a:lnTo>
                <a:close/>
              </a:path>
              <a:path w="1066165" h="750570">
                <a:moveTo>
                  <a:pt x="1065618" y="243840"/>
                </a:moveTo>
                <a:lnTo>
                  <a:pt x="1062863" y="229870"/>
                </a:lnTo>
                <a:lnTo>
                  <a:pt x="1055370" y="218440"/>
                </a:lnTo>
                <a:lnTo>
                  <a:pt x="1044270" y="212090"/>
                </a:lnTo>
                <a:lnTo>
                  <a:pt x="1030681" y="208280"/>
                </a:lnTo>
                <a:lnTo>
                  <a:pt x="1030681" y="243840"/>
                </a:lnTo>
                <a:lnTo>
                  <a:pt x="1030681" y="646430"/>
                </a:lnTo>
                <a:lnTo>
                  <a:pt x="995743" y="646430"/>
                </a:lnTo>
                <a:lnTo>
                  <a:pt x="995870" y="284480"/>
                </a:lnTo>
                <a:lnTo>
                  <a:pt x="995883" y="264160"/>
                </a:lnTo>
                <a:lnTo>
                  <a:pt x="995883" y="246380"/>
                </a:lnTo>
                <a:lnTo>
                  <a:pt x="998080" y="243840"/>
                </a:lnTo>
                <a:lnTo>
                  <a:pt x="1030681" y="243840"/>
                </a:lnTo>
                <a:lnTo>
                  <a:pt x="1030681" y="208280"/>
                </a:lnTo>
                <a:lnTo>
                  <a:pt x="996797" y="208280"/>
                </a:lnTo>
                <a:lnTo>
                  <a:pt x="989330" y="209550"/>
                </a:lnTo>
                <a:lnTo>
                  <a:pt x="960805" y="225259"/>
                </a:lnTo>
                <a:lnTo>
                  <a:pt x="960805" y="264160"/>
                </a:lnTo>
                <a:lnTo>
                  <a:pt x="960805" y="645160"/>
                </a:lnTo>
                <a:lnTo>
                  <a:pt x="945527" y="652780"/>
                </a:lnTo>
                <a:lnTo>
                  <a:pt x="928712" y="659130"/>
                </a:lnTo>
                <a:lnTo>
                  <a:pt x="910475" y="665480"/>
                </a:lnTo>
                <a:lnTo>
                  <a:pt x="890930" y="671830"/>
                </a:lnTo>
                <a:lnTo>
                  <a:pt x="890930" y="541020"/>
                </a:lnTo>
                <a:lnTo>
                  <a:pt x="885355" y="528320"/>
                </a:lnTo>
                <a:lnTo>
                  <a:pt x="873455" y="523240"/>
                </a:lnTo>
                <a:lnTo>
                  <a:pt x="861555" y="528320"/>
                </a:lnTo>
                <a:lnTo>
                  <a:pt x="855992" y="541020"/>
                </a:lnTo>
                <a:lnTo>
                  <a:pt x="855992" y="680720"/>
                </a:lnTo>
                <a:lnTo>
                  <a:pt x="838847" y="685800"/>
                </a:lnTo>
                <a:lnTo>
                  <a:pt x="821055" y="688340"/>
                </a:lnTo>
                <a:lnTo>
                  <a:pt x="821055" y="610870"/>
                </a:lnTo>
                <a:lnTo>
                  <a:pt x="815479" y="598170"/>
                </a:lnTo>
                <a:lnTo>
                  <a:pt x="803579" y="594360"/>
                </a:lnTo>
                <a:lnTo>
                  <a:pt x="791679" y="598170"/>
                </a:lnTo>
                <a:lnTo>
                  <a:pt x="786104" y="610870"/>
                </a:lnTo>
                <a:lnTo>
                  <a:pt x="786104" y="695960"/>
                </a:lnTo>
                <a:lnTo>
                  <a:pt x="751166" y="701040"/>
                </a:lnTo>
                <a:lnTo>
                  <a:pt x="751166" y="618490"/>
                </a:lnTo>
                <a:lnTo>
                  <a:pt x="743356" y="610870"/>
                </a:lnTo>
                <a:lnTo>
                  <a:pt x="724052" y="610870"/>
                </a:lnTo>
                <a:lnTo>
                  <a:pt x="716241" y="618490"/>
                </a:lnTo>
                <a:lnTo>
                  <a:pt x="716241" y="704850"/>
                </a:lnTo>
                <a:lnTo>
                  <a:pt x="690130" y="708660"/>
                </a:lnTo>
                <a:lnTo>
                  <a:pt x="681304" y="708660"/>
                </a:lnTo>
                <a:lnTo>
                  <a:pt x="681304" y="618490"/>
                </a:lnTo>
                <a:lnTo>
                  <a:pt x="673481" y="610870"/>
                </a:lnTo>
                <a:lnTo>
                  <a:pt x="654189" y="610870"/>
                </a:lnTo>
                <a:lnTo>
                  <a:pt x="646366" y="618490"/>
                </a:lnTo>
                <a:lnTo>
                  <a:pt x="646366" y="711200"/>
                </a:lnTo>
                <a:lnTo>
                  <a:pt x="637692" y="712470"/>
                </a:lnTo>
                <a:lnTo>
                  <a:pt x="628980" y="712470"/>
                </a:lnTo>
                <a:lnTo>
                  <a:pt x="620217" y="713740"/>
                </a:lnTo>
                <a:lnTo>
                  <a:pt x="611428" y="713740"/>
                </a:lnTo>
                <a:lnTo>
                  <a:pt x="611428" y="566420"/>
                </a:lnTo>
                <a:lnTo>
                  <a:pt x="603605" y="558800"/>
                </a:lnTo>
                <a:lnTo>
                  <a:pt x="584301" y="558800"/>
                </a:lnTo>
                <a:lnTo>
                  <a:pt x="576478" y="566420"/>
                </a:lnTo>
                <a:lnTo>
                  <a:pt x="576491" y="715010"/>
                </a:lnTo>
                <a:lnTo>
                  <a:pt x="559066" y="715010"/>
                </a:lnTo>
                <a:lnTo>
                  <a:pt x="550316" y="716280"/>
                </a:lnTo>
                <a:lnTo>
                  <a:pt x="541540" y="716280"/>
                </a:lnTo>
                <a:lnTo>
                  <a:pt x="541540" y="636270"/>
                </a:lnTo>
                <a:lnTo>
                  <a:pt x="533717" y="628650"/>
                </a:lnTo>
                <a:lnTo>
                  <a:pt x="514426" y="628650"/>
                </a:lnTo>
                <a:lnTo>
                  <a:pt x="506603" y="636270"/>
                </a:lnTo>
                <a:lnTo>
                  <a:pt x="506603" y="716280"/>
                </a:lnTo>
                <a:lnTo>
                  <a:pt x="497763" y="716280"/>
                </a:lnTo>
                <a:lnTo>
                  <a:pt x="489000" y="715010"/>
                </a:lnTo>
                <a:lnTo>
                  <a:pt x="471665" y="715010"/>
                </a:lnTo>
                <a:lnTo>
                  <a:pt x="471665" y="713740"/>
                </a:lnTo>
                <a:lnTo>
                  <a:pt x="471665" y="636270"/>
                </a:lnTo>
                <a:lnTo>
                  <a:pt x="463842" y="628650"/>
                </a:lnTo>
                <a:lnTo>
                  <a:pt x="444550" y="628650"/>
                </a:lnTo>
                <a:lnTo>
                  <a:pt x="436727" y="636270"/>
                </a:lnTo>
                <a:lnTo>
                  <a:pt x="436727" y="713740"/>
                </a:lnTo>
                <a:lnTo>
                  <a:pt x="427863" y="713740"/>
                </a:lnTo>
                <a:lnTo>
                  <a:pt x="419087" y="712470"/>
                </a:lnTo>
                <a:lnTo>
                  <a:pt x="401802" y="712470"/>
                </a:lnTo>
                <a:lnTo>
                  <a:pt x="401802" y="708660"/>
                </a:lnTo>
                <a:lnTo>
                  <a:pt x="401802" y="618490"/>
                </a:lnTo>
                <a:lnTo>
                  <a:pt x="393979" y="610870"/>
                </a:lnTo>
                <a:lnTo>
                  <a:pt x="374688" y="610870"/>
                </a:lnTo>
                <a:lnTo>
                  <a:pt x="366864" y="618490"/>
                </a:lnTo>
                <a:lnTo>
                  <a:pt x="366864" y="708660"/>
                </a:lnTo>
                <a:lnTo>
                  <a:pt x="357949" y="708660"/>
                </a:lnTo>
                <a:lnTo>
                  <a:pt x="331914" y="704850"/>
                </a:lnTo>
                <a:lnTo>
                  <a:pt x="331914" y="701040"/>
                </a:lnTo>
                <a:lnTo>
                  <a:pt x="331914" y="566420"/>
                </a:lnTo>
                <a:lnTo>
                  <a:pt x="324091" y="558800"/>
                </a:lnTo>
                <a:lnTo>
                  <a:pt x="304800" y="558800"/>
                </a:lnTo>
                <a:lnTo>
                  <a:pt x="296976" y="566420"/>
                </a:lnTo>
                <a:lnTo>
                  <a:pt x="296976" y="701040"/>
                </a:lnTo>
                <a:lnTo>
                  <a:pt x="262039" y="695960"/>
                </a:lnTo>
                <a:lnTo>
                  <a:pt x="262039" y="688340"/>
                </a:lnTo>
                <a:lnTo>
                  <a:pt x="262039" y="601980"/>
                </a:lnTo>
                <a:lnTo>
                  <a:pt x="254215" y="593090"/>
                </a:lnTo>
                <a:lnTo>
                  <a:pt x="234924" y="593090"/>
                </a:lnTo>
                <a:lnTo>
                  <a:pt x="227101" y="601980"/>
                </a:lnTo>
                <a:lnTo>
                  <a:pt x="227101" y="688340"/>
                </a:lnTo>
                <a:lnTo>
                  <a:pt x="218071" y="687070"/>
                </a:lnTo>
                <a:lnTo>
                  <a:pt x="209232" y="684530"/>
                </a:lnTo>
                <a:lnTo>
                  <a:pt x="200596" y="683260"/>
                </a:lnTo>
                <a:lnTo>
                  <a:pt x="192163" y="680720"/>
                </a:lnTo>
                <a:lnTo>
                  <a:pt x="192163" y="671830"/>
                </a:lnTo>
                <a:lnTo>
                  <a:pt x="192163" y="593090"/>
                </a:lnTo>
                <a:lnTo>
                  <a:pt x="186601" y="580390"/>
                </a:lnTo>
                <a:lnTo>
                  <a:pt x="174701" y="576580"/>
                </a:lnTo>
                <a:lnTo>
                  <a:pt x="162801" y="580390"/>
                </a:lnTo>
                <a:lnTo>
                  <a:pt x="157226" y="593090"/>
                </a:lnTo>
                <a:lnTo>
                  <a:pt x="157226" y="671830"/>
                </a:lnTo>
                <a:lnTo>
                  <a:pt x="147993" y="668020"/>
                </a:lnTo>
                <a:lnTo>
                  <a:pt x="139077" y="665480"/>
                </a:lnTo>
                <a:lnTo>
                  <a:pt x="130492" y="662940"/>
                </a:lnTo>
                <a:lnTo>
                  <a:pt x="122288" y="659130"/>
                </a:lnTo>
                <a:lnTo>
                  <a:pt x="122288" y="645160"/>
                </a:lnTo>
                <a:lnTo>
                  <a:pt x="122288" y="576580"/>
                </a:lnTo>
                <a:lnTo>
                  <a:pt x="116713" y="562610"/>
                </a:lnTo>
                <a:lnTo>
                  <a:pt x="104813" y="558800"/>
                </a:lnTo>
                <a:lnTo>
                  <a:pt x="92913" y="562610"/>
                </a:lnTo>
                <a:lnTo>
                  <a:pt x="87350" y="576580"/>
                </a:lnTo>
                <a:lnTo>
                  <a:pt x="87350" y="645160"/>
                </a:lnTo>
                <a:lnTo>
                  <a:pt x="64719" y="631190"/>
                </a:lnTo>
                <a:lnTo>
                  <a:pt x="48310" y="618490"/>
                </a:lnTo>
                <a:lnTo>
                  <a:pt x="38315" y="605790"/>
                </a:lnTo>
                <a:lnTo>
                  <a:pt x="34950" y="593090"/>
                </a:lnTo>
                <a:lnTo>
                  <a:pt x="34937" y="233680"/>
                </a:lnTo>
                <a:lnTo>
                  <a:pt x="69913" y="254000"/>
                </a:lnTo>
                <a:lnTo>
                  <a:pt x="109753" y="271780"/>
                </a:lnTo>
                <a:lnTo>
                  <a:pt x="153873" y="287020"/>
                </a:lnTo>
                <a:lnTo>
                  <a:pt x="201676" y="299720"/>
                </a:lnTo>
                <a:lnTo>
                  <a:pt x="252577" y="309880"/>
                </a:lnTo>
                <a:lnTo>
                  <a:pt x="305993" y="318770"/>
                </a:lnTo>
                <a:lnTo>
                  <a:pt x="361327" y="325120"/>
                </a:lnTo>
                <a:lnTo>
                  <a:pt x="417995" y="328930"/>
                </a:lnTo>
                <a:lnTo>
                  <a:pt x="475399" y="331470"/>
                </a:lnTo>
                <a:lnTo>
                  <a:pt x="532968" y="331470"/>
                </a:lnTo>
                <a:lnTo>
                  <a:pt x="590092" y="330200"/>
                </a:lnTo>
                <a:lnTo>
                  <a:pt x="700697" y="322580"/>
                </a:lnTo>
                <a:lnTo>
                  <a:pt x="752983" y="316230"/>
                </a:lnTo>
                <a:lnTo>
                  <a:pt x="802487" y="308610"/>
                </a:lnTo>
                <a:lnTo>
                  <a:pt x="848601" y="298450"/>
                </a:lnTo>
                <a:lnTo>
                  <a:pt x="859142" y="295910"/>
                </a:lnTo>
                <a:lnTo>
                  <a:pt x="890765" y="288290"/>
                </a:lnTo>
                <a:lnTo>
                  <a:pt x="928357" y="276860"/>
                </a:lnTo>
                <a:lnTo>
                  <a:pt x="960805" y="264160"/>
                </a:lnTo>
                <a:lnTo>
                  <a:pt x="960805" y="225259"/>
                </a:lnTo>
                <a:lnTo>
                  <a:pt x="957021" y="227330"/>
                </a:lnTo>
                <a:lnTo>
                  <a:pt x="919048" y="242570"/>
                </a:lnTo>
                <a:lnTo>
                  <a:pt x="876058" y="256540"/>
                </a:lnTo>
                <a:lnTo>
                  <a:pt x="828713" y="267970"/>
                </a:lnTo>
                <a:lnTo>
                  <a:pt x="777633" y="276860"/>
                </a:lnTo>
                <a:lnTo>
                  <a:pt x="723493" y="284480"/>
                </a:lnTo>
                <a:lnTo>
                  <a:pt x="666915" y="290830"/>
                </a:lnTo>
                <a:lnTo>
                  <a:pt x="608571" y="294640"/>
                </a:lnTo>
                <a:lnTo>
                  <a:pt x="549097" y="295910"/>
                </a:lnTo>
                <a:lnTo>
                  <a:pt x="489140" y="295910"/>
                </a:lnTo>
                <a:lnTo>
                  <a:pt x="489140" y="294640"/>
                </a:lnTo>
                <a:lnTo>
                  <a:pt x="489140" y="237490"/>
                </a:lnTo>
                <a:lnTo>
                  <a:pt x="489140" y="156210"/>
                </a:lnTo>
                <a:lnTo>
                  <a:pt x="484022" y="124460"/>
                </a:lnTo>
                <a:lnTo>
                  <a:pt x="471614" y="96520"/>
                </a:lnTo>
                <a:lnTo>
                  <a:pt x="454202" y="73025"/>
                </a:lnTo>
                <a:lnTo>
                  <a:pt x="454202" y="237490"/>
                </a:lnTo>
                <a:lnTo>
                  <a:pt x="454202" y="294640"/>
                </a:lnTo>
                <a:lnTo>
                  <a:pt x="434162" y="293370"/>
                </a:lnTo>
                <a:lnTo>
                  <a:pt x="414058" y="293370"/>
                </a:lnTo>
                <a:lnTo>
                  <a:pt x="394042" y="292100"/>
                </a:lnTo>
                <a:lnTo>
                  <a:pt x="374205" y="289560"/>
                </a:lnTo>
                <a:lnTo>
                  <a:pt x="396163" y="279400"/>
                </a:lnTo>
                <a:lnTo>
                  <a:pt x="403123" y="275590"/>
                </a:lnTo>
                <a:lnTo>
                  <a:pt x="417017" y="267970"/>
                </a:lnTo>
                <a:lnTo>
                  <a:pt x="436448" y="254000"/>
                </a:lnTo>
                <a:lnTo>
                  <a:pt x="454202" y="237490"/>
                </a:lnTo>
                <a:lnTo>
                  <a:pt x="454202" y="73025"/>
                </a:lnTo>
                <a:lnTo>
                  <a:pt x="453631" y="72263"/>
                </a:lnTo>
                <a:lnTo>
                  <a:pt x="453631" y="156210"/>
                </a:lnTo>
                <a:lnTo>
                  <a:pt x="443572" y="193040"/>
                </a:lnTo>
                <a:lnTo>
                  <a:pt x="392531" y="242570"/>
                </a:lnTo>
                <a:lnTo>
                  <a:pt x="326224" y="269240"/>
                </a:lnTo>
                <a:lnTo>
                  <a:pt x="291528" y="275590"/>
                </a:lnTo>
                <a:lnTo>
                  <a:pt x="256705" y="274320"/>
                </a:lnTo>
                <a:lnTo>
                  <a:pt x="187921" y="260350"/>
                </a:lnTo>
                <a:lnTo>
                  <a:pt x="118021" y="238760"/>
                </a:lnTo>
                <a:lnTo>
                  <a:pt x="54356" y="204470"/>
                </a:lnTo>
                <a:lnTo>
                  <a:pt x="36233" y="139700"/>
                </a:lnTo>
                <a:lnTo>
                  <a:pt x="49745" y="110490"/>
                </a:lnTo>
                <a:lnTo>
                  <a:pt x="109639" y="63500"/>
                </a:lnTo>
                <a:lnTo>
                  <a:pt x="151066" y="46990"/>
                </a:lnTo>
                <a:lnTo>
                  <a:pt x="196875" y="36830"/>
                </a:lnTo>
                <a:lnTo>
                  <a:pt x="244576" y="34290"/>
                </a:lnTo>
                <a:lnTo>
                  <a:pt x="297535" y="38100"/>
                </a:lnTo>
                <a:lnTo>
                  <a:pt x="346976" y="49530"/>
                </a:lnTo>
                <a:lnTo>
                  <a:pt x="390093" y="68580"/>
                </a:lnTo>
                <a:lnTo>
                  <a:pt x="424103" y="92710"/>
                </a:lnTo>
                <a:lnTo>
                  <a:pt x="453631" y="156210"/>
                </a:lnTo>
                <a:lnTo>
                  <a:pt x="453631" y="72263"/>
                </a:lnTo>
                <a:lnTo>
                  <a:pt x="452793" y="71120"/>
                </a:lnTo>
                <a:lnTo>
                  <a:pt x="428447" y="50800"/>
                </a:lnTo>
                <a:lnTo>
                  <a:pt x="401523" y="34290"/>
                </a:lnTo>
                <a:lnTo>
                  <a:pt x="399453" y="33020"/>
                </a:lnTo>
                <a:lnTo>
                  <a:pt x="366699" y="19050"/>
                </a:lnTo>
                <a:lnTo>
                  <a:pt x="331063" y="8890"/>
                </a:lnTo>
                <a:lnTo>
                  <a:pt x="293433" y="2540"/>
                </a:lnTo>
                <a:lnTo>
                  <a:pt x="254673" y="0"/>
                </a:lnTo>
                <a:lnTo>
                  <a:pt x="215696" y="1270"/>
                </a:lnTo>
                <a:lnTo>
                  <a:pt x="177355" y="5080"/>
                </a:lnTo>
                <a:lnTo>
                  <a:pt x="106172" y="25400"/>
                </a:lnTo>
                <a:lnTo>
                  <a:pt x="48183" y="59690"/>
                </a:lnTo>
                <a:lnTo>
                  <a:pt x="10439" y="109220"/>
                </a:lnTo>
                <a:lnTo>
                  <a:pt x="101" y="171450"/>
                </a:lnTo>
                <a:lnTo>
                  <a:pt x="0" y="593090"/>
                </a:lnTo>
                <a:lnTo>
                  <a:pt x="5257" y="617220"/>
                </a:lnTo>
                <a:lnTo>
                  <a:pt x="44488" y="660400"/>
                </a:lnTo>
                <a:lnTo>
                  <a:pt x="115760" y="694690"/>
                </a:lnTo>
                <a:lnTo>
                  <a:pt x="161074" y="708660"/>
                </a:lnTo>
                <a:lnTo>
                  <a:pt x="211582" y="721360"/>
                </a:lnTo>
                <a:lnTo>
                  <a:pt x="266357" y="731520"/>
                </a:lnTo>
                <a:lnTo>
                  <a:pt x="324459" y="739140"/>
                </a:lnTo>
                <a:lnTo>
                  <a:pt x="384962" y="745490"/>
                </a:lnTo>
                <a:lnTo>
                  <a:pt x="446900" y="749300"/>
                </a:lnTo>
                <a:lnTo>
                  <a:pt x="498538" y="750570"/>
                </a:lnTo>
                <a:lnTo>
                  <a:pt x="552450" y="750570"/>
                </a:lnTo>
                <a:lnTo>
                  <a:pt x="607656" y="749300"/>
                </a:lnTo>
                <a:lnTo>
                  <a:pt x="663168" y="745490"/>
                </a:lnTo>
                <a:lnTo>
                  <a:pt x="717994" y="740410"/>
                </a:lnTo>
                <a:lnTo>
                  <a:pt x="771169" y="732790"/>
                </a:lnTo>
                <a:lnTo>
                  <a:pt x="821677" y="723900"/>
                </a:lnTo>
                <a:lnTo>
                  <a:pt x="856818" y="716280"/>
                </a:lnTo>
                <a:lnTo>
                  <a:pt x="868540" y="713740"/>
                </a:lnTo>
                <a:lnTo>
                  <a:pt x="887310" y="708660"/>
                </a:lnTo>
                <a:lnTo>
                  <a:pt x="910780" y="702310"/>
                </a:lnTo>
                <a:lnTo>
                  <a:pt x="914438" y="701040"/>
                </a:lnTo>
                <a:lnTo>
                  <a:pt x="947394" y="689610"/>
                </a:lnTo>
                <a:lnTo>
                  <a:pt x="950125" y="688340"/>
                </a:lnTo>
                <a:lnTo>
                  <a:pt x="977417" y="675640"/>
                </a:lnTo>
                <a:lnTo>
                  <a:pt x="988466" y="680720"/>
                </a:lnTo>
                <a:lnTo>
                  <a:pt x="1030681" y="680720"/>
                </a:lnTo>
                <a:lnTo>
                  <a:pt x="1044270" y="678180"/>
                </a:lnTo>
                <a:lnTo>
                  <a:pt x="1047965" y="675640"/>
                </a:lnTo>
                <a:lnTo>
                  <a:pt x="1053528" y="671830"/>
                </a:lnTo>
                <a:lnTo>
                  <a:pt x="1055370" y="670560"/>
                </a:lnTo>
                <a:lnTo>
                  <a:pt x="1062863" y="659130"/>
                </a:lnTo>
                <a:lnTo>
                  <a:pt x="1065618" y="646430"/>
                </a:lnTo>
                <a:lnTo>
                  <a:pt x="1065618" y="243840"/>
                </a:lnTo>
                <a:close/>
              </a:path>
            </a:pathLst>
          </a:custGeom>
          <a:solidFill>
            <a:srgbClr val="FD422D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 descr=""/>
          <p:cNvGrpSpPr/>
          <p:nvPr/>
        </p:nvGrpSpPr>
        <p:grpSpPr>
          <a:xfrm>
            <a:off x="2787630" y="5744221"/>
            <a:ext cx="875030" cy="913130"/>
            <a:chOff x="2787630" y="5744221"/>
            <a:chExt cx="875030" cy="913130"/>
          </a:xfrm>
        </p:grpSpPr>
        <p:pic>
          <p:nvPicPr>
            <p:cNvPr id="21" name="object 21" descr="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139283" y="5830798"/>
              <a:ext cx="159595" cy="160191"/>
            </a:xfrm>
            <a:prstGeom prst="rect">
              <a:avLst/>
            </a:prstGeom>
          </p:spPr>
        </p:pic>
        <p:sp>
          <p:nvSpPr>
            <p:cNvPr id="22" name="object 22" descr=""/>
            <p:cNvSpPr/>
            <p:nvPr/>
          </p:nvSpPr>
          <p:spPr>
            <a:xfrm>
              <a:off x="2787630" y="5744221"/>
              <a:ext cx="875030" cy="913130"/>
            </a:xfrm>
            <a:custGeom>
              <a:avLst/>
              <a:gdLst/>
              <a:ahLst/>
              <a:cxnLst/>
              <a:rect l="l" t="t" r="r" b="b"/>
              <a:pathLst>
                <a:path w="875029" h="913129">
                  <a:moveTo>
                    <a:pt x="687528" y="911232"/>
                  </a:moveTo>
                  <a:lnTo>
                    <a:pt x="107421" y="911232"/>
                  </a:lnTo>
                  <a:lnTo>
                    <a:pt x="142456" y="912098"/>
                  </a:lnTo>
                  <a:lnTo>
                    <a:pt x="248848" y="912920"/>
                  </a:lnTo>
                  <a:lnTo>
                    <a:pt x="375585" y="912920"/>
                  </a:lnTo>
                  <a:lnTo>
                    <a:pt x="687528" y="911232"/>
                  </a:lnTo>
                  <a:close/>
                </a:path>
                <a:path w="875029" h="913129">
                  <a:moveTo>
                    <a:pt x="430646" y="0"/>
                  </a:moveTo>
                  <a:lnTo>
                    <a:pt x="392106" y="5463"/>
                  </a:lnTo>
                  <a:lnTo>
                    <a:pt x="337318" y="28101"/>
                  </a:lnTo>
                  <a:lnTo>
                    <a:pt x="288595" y="78991"/>
                  </a:lnTo>
                  <a:lnTo>
                    <a:pt x="268932" y="150357"/>
                  </a:lnTo>
                  <a:lnTo>
                    <a:pt x="268677" y="159537"/>
                  </a:lnTo>
                  <a:lnTo>
                    <a:pt x="269535" y="179056"/>
                  </a:lnTo>
                  <a:lnTo>
                    <a:pt x="273390" y="205049"/>
                  </a:lnTo>
                  <a:lnTo>
                    <a:pt x="282141" y="233696"/>
                  </a:lnTo>
                  <a:lnTo>
                    <a:pt x="202488" y="233696"/>
                  </a:lnTo>
                  <a:lnTo>
                    <a:pt x="160677" y="244560"/>
                  </a:lnTo>
                  <a:lnTo>
                    <a:pt x="124522" y="273614"/>
                  </a:lnTo>
                  <a:lnTo>
                    <a:pt x="97013" y="335383"/>
                  </a:lnTo>
                  <a:lnTo>
                    <a:pt x="88479" y="377235"/>
                  </a:lnTo>
                  <a:lnTo>
                    <a:pt x="77223" y="433029"/>
                  </a:lnTo>
                  <a:lnTo>
                    <a:pt x="64200" y="497917"/>
                  </a:lnTo>
                  <a:lnTo>
                    <a:pt x="50370" y="567051"/>
                  </a:lnTo>
                  <a:lnTo>
                    <a:pt x="24115" y="698669"/>
                  </a:lnTo>
                  <a:lnTo>
                    <a:pt x="2609" y="806752"/>
                  </a:lnTo>
                  <a:lnTo>
                    <a:pt x="0" y="832261"/>
                  </a:lnTo>
                  <a:lnTo>
                    <a:pt x="3239" y="852214"/>
                  </a:lnTo>
                  <a:lnTo>
                    <a:pt x="28440" y="888895"/>
                  </a:lnTo>
                  <a:lnTo>
                    <a:pt x="72994" y="907845"/>
                  </a:lnTo>
                  <a:lnTo>
                    <a:pt x="777270" y="911232"/>
                  </a:lnTo>
                  <a:lnTo>
                    <a:pt x="802478" y="908442"/>
                  </a:lnTo>
                  <a:lnTo>
                    <a:pt x="831472" y="899316"/>
                  </a:lnTo>
                  <a:lnTo>
                    <a:pt x="857486" y="880434"/>
                  </a:lnTo>
                  <a:lnTo>
                    <a:pt x="863396" y="872330"/>
                  </a:lnTo>
                  <a:lnTo>
                    <a:pt x="248224" y="872330"/>
                  </a:lnTo>
                  <a:lnTo>
                    <a:pt x="142068" y="871495"/>
                  </a:lnTo>
                  <a:lnTo>
                    <a:pt x="107491" y="870642"/>
                  </a:lnTo>
                  <a:lnTo>
                    <a:pt x="104788" y="870642"/>
                  </a:lnTo>
                  <a:lnTo>
                    <a:pt x="84176" y="868642"/>
                  </a:lnTo>
                  <a:lnTo>
                    <a:pt x="46619" y="850030"/>
                  </a:lnTo>
                  <a:lnTo>
                    <a:pt x="40348" y="829139"/>
                  </a:lnTo>
                  <a:lnTo>
                    <a:pt x="40923" y="821171"/>
                  </a:lnTo>
                  <a:lnTo>
                    <a:pt x="41697" y="817296"/>
                  </a:lnTo>
                  <a:lnTo>
                    <a:pt x="41942" y="816583"/>
                  </a:lnTo>
                  <a:lnTo>
                    <a:pt x="42164" y="815384"/>
                  </a:lnTo>
                  <a:lnTo>
                    <a:pt x="74968" y="650636"/>
                  </a:lnTo>
                  <a:lnTo>
                    <a:pt x="88866" y="581007"/>
                  </a:lnTo>
                  <a:lnTo>
                    <a:pt x="103005" y="510323"/>
                  </a:lnTo>
                  <a:lnTo>
                    <a:pt x="116364" y="443748"/>
                  </a:lnTo>
                  <a:lnTo>
                    <a:pt x="127924" y="386443"/>
                  </a:lnTo>
                  <a:lnTo>
                    <a:pt x="136666" y="343570"/>
                  </a:lnTo>
                  <a:lnTo>
                    <a:pt x="151470" y="305317"/>
                  </a:lnTo>
                  <a:lnTo>
                    <a:pt x="187796" y="277281"/>
                  </a:lnTo>
                  <a:lnTo>
                    <a:pt x="203919" y="274268"/>
                  </a:lnTo>
                  <a:lnTo>
                    <a:pt x="326113" y="274268"/>
                  </a:lnTo>
                  <a:lnTo>
                    <a:pt x="333402" y="269497"/>
                  </a:lnTo>
                  <a:lnTo>
                    <a:pt x="339864" y="254784"/>
                  </a:lnTo>
                  <a:lnTo>
                    <a:pt x="338444" y="246205"/>
                  </a:lnTo>
                  <a:lnTo>
                    <a:pt x="333036" y="240271"/>
                  </a:lnTo>
                  <a:lnTo>
                    <a:pt x="317876" y="214213"/>
                  </a:lnTo>
                  <a:lnTo>
                    <a:pt x="310992" y="185748"/>
                  </a:lnTo>
                  <a:lnTo>
                    <a:pt x="309207" y="162740"/>
                  </a:lnTo>
                  <a:lnTo>
                    <a:pt x="309252" y="159537"/>
                  </a:lnTo>
                  <a:lnTo>
                    <a:pt x="309342" y="152858"/>
                  </a:lnTo>
                  <a:lnTo>
                    <a:pt x="323497" y="99606"/>
                  </a:lnTo>
                  <a:lnTo>
                    <a:pt x="358881" y="62453"/>
                  </a:lnTo>
                  <a:lnTo>
                    <a:pt x="403132" y="44586"/>
                  </a:lnTo>
                  <a:lnTo>
                    <a:pt x="432238" y="40531"/>
                  </a:lnTo>
                  <a:lnTo>
                    <a:pt x="545286" y="40531"/>
                  </a:lnTo>
                  <a:lnTo>
                    <a:pt x="539619" y="35217"/>
                  </a:lnTo>
                  <a:lnTo>
                    <a:pt x="514770" y="19420"/>
                  </a:lnTo>
                  <a:lnTo>
                    <a:pt x="487837" y="8276"/>
                  </a:lnTo>
                  <a:lnTo>
                    <a:pt x="463695" y="2373"/>
                  </a:lnTo>
                  <a:lnTo>
                    <a:pt x="444059" y="138"/>
                  </a:lnTo>
                  <a:lnTo>
                    <a:pt x="430646" y="0"/>
                  </a:lnTo>
                  <a:close/>
                </a:path>
                <a:path w="875029" h="913129">
                  <a:moveTo>
                    <a:pt x="748629" y="279479"/>
                  </a:moveTo>
                  <a:lnTo>
                    <a:pt x="637784" y="279479"/>
                  </a:lnTo>
                  <a:lnTo>
                    <a:pt x="679040" y="282095"/>
                  </a:lnTo>
                  <a:lnTo>
                    <a:pt x="702589" y="290122"/>
                  </a:lnTo>
                  <a:lnTo>
                    <a:pt x="713123" y="298889"/>
                  </a:lnTo>
                  <a:lnTo>
                    <a:pt x="715745" y="303751"/>
                  </a:lnTo>
                  <a:lnTo>
                    <a:pt x="715980" y="305317"/>
                  </a:lnTo>
                  <a:lnTo>
                    <a:pt x="727107" y="352449"/>
                  </a:lnTo>
                  <a:lnTo>
                    <a:pt x="738737" y="401946"/>
                  </a:lnTo>
                  <a:lnTo>
                    <a:pt x="753013" y="462983"/>
                  </a:lnTo>
                  <a:lnTo>
                    <a:pt x="768848" y="531089"/>
                  </a:lnTo>
                  <a:lnTo>
                    <a:pt x="785154" y="601793"/>
                  </a:lnTo>
                  <a:lnTo>
                    <a:pt x="800842" y="670624"/>
                  </a:lnTo>
                  <a:lnTo>
                    <a:pt x="814826" y="733111"/>
                  </a:lnTo>
                  <a:lnTo>
                    <a:pt x="826017" y="784784"/>
                  </a:lnTo>
                  <a:lnTo>
                    <a:pt x="834419" y="831147"/>
                  </a:lnTo>
                  <a:lnTo>
                    <a:pt x="833819" y="839426"/>
                  </a:lnTo>
                  <a:lnTo>
                    <a:pt x="833793" y="839789"/>
                  </a:lnTo>
                  <a:lnTo>
                    <a:pt x="795123" y="868515"/>
                  </a:lnTo>
                  <a:lnTo>
                    <a:pt x="375287" y="872330"/>
                  </a:lnTo>
                  <a:lnTo>
                    <a:pt x="863396" y="872330"/>
                  </a:lnTo>
                  <a:lnTo>
                    <a:pt x="865250" y="869787"/>
                  </a:lnTo>
                  <a:lnTo>
                    <a:pt x="871585" y="855341"/>
                  </a:lnTo>
                  <a:lnTo>
                    <a:pt x="874786" y="836798"/>
                  </a:lnTo>
                  <a:lnTo>
                    <a:pt x="873393" y="817296"/>
                  </a:lnTo>
                  <a:lnTo>
                    <a:pt x="873314" y="816184"/>
                  </a:lnTo>
                  <a:lnTo>
                    <a:pt x="873256" y="815384"/>
                  </a:lnTo>
                  <a:lnTo>
                    <a:pt x="855195" y="728081"/>
                  </a:lnTo>
                  <a:lnTo>
                    <a:pt x="841718" y="667695"/>
                  </a:lnTo>
                  <a:lnTo>
                    <a:pt x="826561" y="601063"/>
                  </a:lnTo>
                  <a:lnTo>
                    <a:pt x="810714" y="532247"/>
                  </a:lnTo>
                  <a:lnTo>
                    <a:pt x="795167" y="465310"/>
                  </a:lnTo>
                  <a:lnTo>
                    <a:pt x="780910" y="404313"/>
                  </a:lnTo>
                  <a:lnTo>
                    <a:pt x="768935" y="353321"/>
                  </a:lnTo>
                  <a:lnTo>
                    <a:pt x="755787" y="297598"/>
                  </a:lnTo>
                  <a:lnTo>
                    <a:pt x="754413" y="291674"/>
                  </a:lnTo>
                  <a:lnTo>
                    <a:pt x="751111" y="283418"/>
                  </a:lnTo>
                  <a:lnTo>
                    <a:pt x="748629" y="279479"/>
                  </a:lnTo>
                  <a:close/>
                </a:path>
                <a:path w="875029" h="913129">
                  <a:moveTo>
                    <a:pt x="545286" y="40531"/>
                  </a:moveTo>
                  <a:lnTo>
                    <a:pt x="432238" y="40531"/>
                  </a:lnTo>
                  <a:lnTo>
                    <a:pt x="460752" y="43145"/>
                  </a:lnTo>
                  <a:lnTo>
                    <a:pt x="494960" y="54952"/>
                  </a:lnTo>
                  <a:lnTo>
                    <a:pt x="527796" y="79140"/>
                  </a:lnTo>
                  <a:lnTo>
                    <a:pt x="552194" y="118898"/>
                  </a:lnTo>
                  <a:lnTo>
                    <a:pt x="556339" y="165454"/>
                  </a:lnTo>
                  <a:lnTo>
                    <a:pt x="543150" y="207276"/>
                  </a:lnTo>
                  <a:lnTo>
                    <a:pt x="525519" y="237619"/>
                  </a:lnTo>
                  <a:lnTo>
                    <a:pt x="516336" y="249736"/>
                  </a:lnTo>
                  <a:lnTo>
                    <a:pt x="510928" y="255912"/>
                  </a:lnTo>
                  <a:lnTo>
                    <a:pt x="509776" y="264717"/>
                  </a:lnTo>
                  <a:lnTo>
                    <a:pt x="517021" y="279479"/>
                  </a:lnTo>
                  <a:lnTo>
                    <a:pt x="524756" y="283915"/>
                  </a:lnTo>
                  <a:lnTo>
                    <a:pt x="531939" y="283418"/>
                  </a:lnTo>
                  <a:lnTo>
                    <a:pt x="531719" y="283418"/>
                  </a:lnTo>
                  <a:lnTo>
                    <a:pt x="537403" y="283097"/>
                  </a:lnTo>
                  <a:lnTo>
                    <a:pt x="636572" y="279479"/>
                  </a:lnTo>
                  <a:lnTo>
                    <a:pt x="748629" y="279479"/>
                  </a:lnTo>
                  <a:lnTo>
                    <a:pt x="745041" y="273785"/>
                  </a:lnTo>
                  <a:lnTo>
                    <a:pt x="694735" y="244113"/>
                  </a:lnTo>
                  <a:lnTo>
                    <a:pt x="571286" y="241079"/>
                  </a:lnTo>
                  <a:lnTo>
                    <a:pt x="584788" y="213315"/>
                  </a:lnTo>
                  <a:lnTo>
                    <a:pt x="594899" y="180264"/>
                  </a:lnTo>
                  <a:lnTo>
                    <a:pt x="597933" y="143581"/>
                  </a:lnTo>
                  <a:lnTo>
                    <a:pt x="590206" y="104921"/>
                  </a:lnTo>
                  <a:lnTo>
                    <a:pt x="577596" y="78269"/>
                  </a:lnTo>
                  <a:lnTo>
                    <a:pt x="560660" y="54952"/>
                  </a:lnTo>
                  <a:lnTo>
                    <a:pt x="545286" y="40531"/>
                  </a:lnTo>
                  <a:close/>
                </a:path>
                <a:path w="875029" h="913129">
                  <a:moveTo>
                    <a:pt x="636148" y="238921"/>
                  </a:moveTo>
                  <a:lnTo>
                    <a:pt x="571286" y="241079"/>
                  </a:lnTo>
                  <a:lnTo>
                    <a:pt x="676073" y="241079"/>
                  </a:lnTo>
                  <a:lnTo>
                    <a:pt x="667643" y="239708"/>
                  </a:lnTo>
                  <a:lnTo>
                    <a:pt x="636148" y="238921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3" name="object 23" descr="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43224" y="6215541"/>
              <a:ext cx="361364" cy="201603"/>
            </a:xfrm>
            <a:prstGeom prst="rect">
              <a:avLst/>
            </a:prstGeom>
          </p:spPr>
        </p:pic>
      </p:grpSp>
      <p:sp>
        <p:nvSpPr>
          <p:cNvPr id="24" name="object 24" descr=""/>
          <p:cNvSpPr/>
          <p:nvPr/>
        </p:nvSpPr>
        <p:spPr>
          <a:xfrm>
            <a:off x="9613507" y="5737694"/>
            <a:ext cx="995044" cy="869950"/>
          </a:xfrm>
          <a:custGeom>
            <a:avLst/>
            <a:gdLst/>
            <a:ahLst/>
            <a:cxnLst/>
            <a:rect l="l" t="t" r="r" b="b"/>
            <a:pathLst>
              <a:path w="995045" h="869950">
                <a:moveTo>
                  <a:pt x="728980" y="470573"/>
                </a:moveTo>
                <a:lnTo>
                  <a:pt x="708609" y="435483"/>
                </a:lnTo>
                <a:lnTo>
                  <a:pt x="547014" y="157149"/>
                </a:lnTo>
                <a:lnTo>
                  <a:pt x="478586" y="39306"/>
                </a:lnTo>
                <a:lnTo>
                  <a:pt x="473227" y="34048"/>
                </a:lnTo>
                <a:lnTo>
                  <a:pt x="473227" y="566331"/>
                </a:lnTo>
                <a:lnTo>
                  <a:pt x="468249" y="590778"/>
                </a:lnTo>
                <a:lnTo>
                  <a:pt x="454698" y="610755"/>
                </a:lnTo>
                <a:lnTo>
                  <a:pt x="434606" y="624230"/>
                </a:lnTo>
                <a:lnTo>
                  <a:pt x="410019" y="629170"/>
                </a:lnTo>
                <a:lnTo>
                  <a:pt x="385445" y="624230"/>
                </a:lnTo>
                <a:lnTo>
                  <a:pt x="365340" y="610755"/>
                </a:lnTo>
                <a:lnTo>
                  <a:pt x="351777" y="590778"/>
                </a:lnTo>
                <a:lnTo>
                  <a:pt x="346798" y="566331"/>
                </a:lnTo>
                <a:lnTo>
                  <a:pt x="351777" y="541883"/>
                </a:lnTo>
                <a:lnTo>
                  <a:pt x="365328" y="521919"/>
                </a:lnTo>
                <a:lnTo>
                  <a:pt x="385419" y="508444"/>
                </a:lnTo>
                <a:lnTo>
                  <a:pt x="410019" y="503504"/>
                </a:lnTo>
                <a:lnTo>
                  <a:pt x="434606" y="508444"/>
                </a:lnTo>
                <a:lnTo>
                  <a:pt x="454698" y="521919"/>
                </a:lnTo>
                <a:lnTo>
                  <a:pt x="468249" y="541883"/>
                </a:lnTo>
                <a:lnTo>
                  <a:pt x="473227" y="566331"/>
                </a:lnTo>
                <a:lnTo>
                  <a:pt x="473227" y="34048"/>
                </a:lnTo>
                <a:lnTo>
                  <a:pt x="454088" y="15252"/>
                </a:lnTo>
                <a:lnTo>
                  <a:pt x="454088" y="200977"/>
                </a:lnTo>
                <a:lnTo>
                  <a:pt x="454088" y="391680"/>
                </a:lnTo>
                <a:lnTo>
                  <a:pt x="450621" y="408724"/>
                </a:lnTo>
                <a:lnTo>
                  <a:pt x="441159" y="422643"/>
                </a:lnTo>
                <a:lnTo>
                  <a:pt x="427151" y="432041"/>
                </a:lnTo>
                <a:lnTo>
                  <a:pt x="410019" y="435483"/>
                </a:lnTo>
                <a:lnTo>
                  <a:pt x="392874" y="432041"/>
                </a:lnTo>
                <a:lnTo>
                  <a:pt x="378866" y="422643"/>
                </a:lnTo>
                <a:lnTo>
                  <a:pt x="369417" y="408724"/>
                </a:lnTo>
                <a:lnTo>
                  <a:pt x="365937" y="391680"/>
                </a:lnTo>
                <a:lnTo>
                  <a:pt x="365937" y="200977"/>
                </a:lnTo>
                <a:lnTo>
                  <a:pt x="369417" y="183946"/>
                </a:lnTo>
                <a:lnTo>
                  <a:pt x="378866" y="170002"/>
                </a:lnTo>
                <a:lnTo>
                  <a:pt x="392874" y="160604"/>
                </a:lnTo>
                <a:lnTo>
                  <a:pt x="410019" y="157149"/>
                </a:lnTo>
                <a:lnTo>
                  <a:pt x="427151" y="160604"/>
                </a:lnTo>
                <a:lnTo>
                  <a:pt x="441159" y="170002"/>
                </a:lnTo>
                <a:lnTo>
                  <a:pt x="450621" y="183946"/>
                </a:lnTo>
                <a:lnTo>
                  <a:pt x="454088" y="200977"/>
                </a:lnTo>
                <a:lnTo>
                  <a:pt x="454088" y="15252"/>
                </a:lnTo>
                <a:lnTo>
                  <a:pt x="448576" y="9829"/>
                </a:lnTo>
                <a:lnTo>
                  <a:pt x="410032" y="0"/>
                </a:lnTo>
                <a:lnTo>
                  <a:pt x="371500" y="9829"/>
                </a:lnTo>
                <a:lnTo>
                  <a:pt x="341490" y="39306"/>
                </a:lnTo>
                <a:lnTo>
                  <a:pt x="10769" y="609066"/>
                </a:lnTo>
                <a:lnTo>
                  <a:pt x="0" y="649566"/>
                </a:lnTo>
                <a:lnTo>
                  <a:pt x="10655" y="687616"/>
                </a:lnTo>
                <a:lnTo>
                  <a:pt x="38417" y="715835"/>
                </a:lnTo>
                <a:lnTo>
                  <a:pt x="78994" y="726884"/>
                </a:lnTo>
                <a:lnTo>
                  <a:pt x="581952" y="726884"/>
                </a:lnTo>
                <a:lnTo>
                  <a:pt x="580377" y="717016"/>
                </a:lnTo>
                <a:lnTo>
                  <a:pt x="579196" y="707034"/>
                </a:lnTo>
                <a:lnTo>
                  <a:pt x="578446" y="696937"/>
                </a:lnTo>
                <a:lnTo>
                  <a:pt x="578205" y="687616"/>
                </a:lnTo>
                <a:lnTo>
                  <a:pt x="578180" y="686727"/>
                </a:lnTo>
                <a:lnTo>
                  <a:pt x="583285" y="638632"/>
                </a:lnTo>
                <a:lnTo>
                  <a:pt x="597776" y="594029"/>
                </a:lnTo>
                <a:lnTo>
                  <a:pt x="620623" y="553910"/>
                </a:lnTo>
                <a:lnTo>
                  <a:pt x="650811" y="519264"/>
                </a:lnTo>
                <a:lnTo>
                  <a:pt x="671258" y="503504"/>
                </a:lnTo>
                <a:lnTo>
                  <a:pt x="687273" y="491147"/>
                </a:lnTo>
                <a:lnTo>
                  <a:pt x="728980" y="470573"/>
                </a:lnTo>
                <a:close/>
              </a:path>
              <a:path w="995045" h="869950">
                <a:moveTo>
                  <a:pt x="994702" y="690880"/>
                </a:moveTo>
                <a:lnTo>
                  <a:pt x="988275" y="643343"/>
                </a:lnTo>
                <a:lnTo>
                  <a:pt x="970140" y="600633"/>
                </a:lnTo>
                <a:lnTo>
                  <a:pt x="960285" y="587971"/>
                </a:lnTo>
                <a:lnTo>
                  <a:pt x="942009" y="564451"/>
                </a:lnTo>
                <a:lnTo>
                  <a:pt x="919099" y="546862"/>
                </a:lnTo>
                <a:lnTo>
                  <a:pt x="919099" y="623112"/>
                </a:lnTo>
                <a:lnTo>
                  <a:pt x="918400" y="630212"/>
                </a:lnTo>
                <a:lnTo>
                  <a:pt x="916343" y="636917"/>
                </a:lnTo>
                <a:lnTo>
                  <a:pt x="913003" y="643102"/>
                </a:lnTo>
                <a:lnTo>
                  <a:pt x="908443" y="648601"/>
                </a:lnTo>
                <a:lnTo>
                  <a:pt x="866165" y="690613"/>
                </a:lnTo>
                <a:lnTo>
                  <a:pt x="908443" y="732624"/>
                </a:lnTo>
                <a:lnTo>
                  <a:pt x="913003" y="738136"/>
                </a:lnTo>
                <a:lnTo>
                  <a:pt x="916343" y="744321"/>
                </a:lnTo>
                <a:lnTo>
                  <a:pt x="918400" y="751027"/>
                </a:lnTo>
                <a:lnTo>
                  <a:pt x="919099" y="758113"/>
                </a:lnTo>
                <a:lnTo>
                  <a:pt x="918400" y="765213"/>
                </a:lnTo>
                <a:lnTo>
                  <a:pt x="890003" y="793140"/>
                </a:lnTo>
                <a:lnTo>
                  <a:pt x="882802" y="793826"/>
                </a:lnTo>
                <a:lnTo>
                  <a:pt x="876985" y="793267"/>
                </a:lnTo>
                <a:lnTo>
                  <a:pt x="875588" y="793140"/>
                </a:lnTo>
                <a:lnTo>
                  <a:pt x="868743" y="791146"/>
                </a:lnTo>
                <a:lnTo>
                  <a:pt x="862520" y="787933"/>
                </a:lnTo>
                <a:lnTo>
                  <a:pt x="857173" y="783615"/>
                </a:lnTo>
                <a:lnTo>
                  <a:pt x="814895" y="741603"/>
                </a:lnTo>
                <a:lnTo>
                  <a:pt x="772629" y="783615"/>
                </a:lnTo>
                <a:lnTo>
                  <a:pt x="760958" y="790854"/>
                </a:lnTo>
                <a:lnTo>
                  <a:pt x="746963" y="793267"/>
                </a:lnTo>
                <a:lnTo>
                  <a:pt x="732993" y="790854"/>
                </a:lnTo>
                <a:lnTo>
                  <a:pt x="710704" y="758113"/>
                </a:lnTo>
                <a:lnTo>
                  <a:pt x="711403" y="751027"/>
                </a:lnTo>
                <a:lnTo>
                  <a:pt x="713447" y="744321"/>
                </a:lnTo>
                <a:lnTo>
                  <a:pt x="716788" y="738136"/>
                </a:lnTo>
                <a:lnTo>
                  <a:pt x="721360" y="732624"/>
                </a:lnTo>
                <a:lnTo>
                  <a:pt x="763562" y="690613"/>
                </a:lnTo>
                <a:lnTo>
                  <a:pt x="721360" y="648601"/>
                </a:lnTo>
                <a:lnTo>
                  <a:pt x="716788" y="643102"/>
                </a:lnTo>
                <a:lnTo>
                  <a:pt x="713447" y="636917"/>
                </a:lnTo>
                <a:lnTo>
                  <a:pt x="711403" y="630212"/>
                </a:lnTo>
                <a:lnTo>
                  <a:pt x="710704" y="623112"/>
                </a:lnTo>
                <a:lnTo>
                  <a:pt x="711403" y="616026"/>
                </a:lnTo>
                <a:lnTo>
                  <a:pt x="746963" y="587971"/>
                </a:lnTo>
                <a:lnTo>
                  <a:pt x="760958" y="590384"/>
                </a:lnTo>
                <a:lnTo>
                  <a:pt x="772629" y="597623"/>
                </a:lnTo>
                <a:lnTo>
                  <a:pt x="814895" y="639635"/>
                </a:lnTo>
                <a:lnTo>
                  <a:pt x="857173" y="597623"/>
                </a:lnTo>
                <a:lnTo>
                  <a:pt x="868807" y="590384"/>
                </a:lnTo>
                <a:lnTo>
                  <a:pt x="882777" y="587971"/>
                </a:lnTo>
                <a:lnTo>
                  <a:pt x="896759" y="590384"/>
                </a:lnTo>
                <a:lnTo>
                  <a:pt x="919099" y="623112"/>
                </a:lnTo>
                <a:lnTo>
                  <a:pt x="919099" y="546862"/>
                </a:lnTo>
                <a:lnTo>
                  <a:pt x="905598" y="536486"/>
                </a:lnTo>
                <a:lnTo>
                  <a:pt x="862634" y="518464"/>
                </a:lnTo>
                <a:lnTo>
                  <a:pt x="814832" y="512076"/>
                </a:lnTo>
                <a:lnTo>
                  <a:pt x="767016" y="518464"/>
                </a:lnTo>
                <a:lnTo>
                  <a:pt x="724052" y="536486"/>
                </a:lnTo>
                <a:lnTo>
                  <a:pt x="687641" y="564451"/>
                </a:lnTo>
                <a:lnTo>
                  <a:pt x="659511" y="600633"/>
                </a:lnTo>
                <a:lnTo>
                  <a:pt x="641477" y="643102"/>
                </a:lnTo>
                <a:lnTo>
                  <a:pt x="634974" y="690613"/>
                </a:lnTo>
                <a:lnTo>
                  <a:pt x="634936" y="690880"/>
                </a:lnTo>
                <a:lnTo>
                  <a:pt x="641337" y="738136"/>
                </a:lnTo>
                <a:lnTo>
                  <a:pt x="659511" y="781113"/>
                </a:lnTo>
                <a:lnTo>
                  <a:pt x="687641" y="817308"/>
                </a:lnTo>
                <a:lnTo>
                  <a:pt x="724052" y="845261"/>
                </a:lnTo>
                <a:lnTo>
                  <a:pt x="767016" y="863295"/>
                </a:lnTo>
                <a:lnTo>
                  <a:pt x="814832" y="869683"/>
                </a:lnTo>
                <a:lnTo>
                  <a:pt x="862634" y="863295"/>
                </a:lnTo>
                <a:lnTo>
                  <a:pt x="905598" y="845261"/>
                </a:lnTo>
                <a:lnTo>
                  <a:pt x="942009" y="817308"/>
                </a:lnTo>
                <a:lnTo>
                  <a:pt x="960259" y="793826"/>
                </a:lnTo>
                <a:lnTo>
                  <a:pt x="970140" y="781113"/>
                </a:lnTo>
                <a:lnTo>
                  <a:pt x="988275" y="738403"/>
                </a:lnTo>
                <a:lnTo>
                  <a:pt x="994702" y="690880"/>
                </a:lnTo>
                <a:close/>
              </a:path>
            </a:pathLst>
          </a:custGeom>
          <a:solidFill>
            <a:srgbClr val="FD42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 descr=""/>
          <p:cNvSpPr txBox="1"/>
          <p:nvPr/>
        </p:nvSpPr>
        <p:spPr>
          <a:xfrm>
            <a:off x="2499360" y="1587499"/>
            <a:ext cx="3185795" cy="108966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710" b="1">
                <a:solidFill>
                  <a:srgbClr val="FFFFFF"/>
                </a:solidFill>
                <a:latin typeface="Verdana"/>
                <a:cs typeface="Verdana"/>
              </a:rPr>
              <a:t>TESTES</a:t>
            </a:r>
            <a:endParaRPr sz="6950">
              <a:latin typeface="Verdana"/>
              <a:cs typeface="Verdana"/>
            </a:endParaRPr>
          </a:p>
        </p:txBody>
      </p:sp>
      <p:pic>
        <p:nvPicPr>
          <p:cNvPr id="26" name="object 26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907913" y="1864360"/>
            <a:ext cx="465074" cy="619759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6568058" y="1587499"/>
            <a:ext cx="5327650" cy="108966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615">
                <a:solidFill>
                  <a:srgbClr val="FD422D"/>
                </a:solidFill>
              </a:rPr>
              <a:t>Q</a:t>
            </a:r>
            <a:r>
              <a:rPr dirty="0" sz="6950" spc="-625">
                <a:solidFill>
                  <a:srgbClr val="FD422D"/>
                </a:solidFill>
              </a:rPr>
              <a:t>U</a:t>
            </a:r>
            <a:r>
              <a:rPr dirty="0" sz="6950" spc="-645">
                <a:solidFill>
                  <a:srgbClr val="FD422D"/>
                </a:solidFill>
              </a:rPr>
              <a:t>A</a:t>
            </a:r>
            <a:r>
              <a:rPr dirty="0" sz="6950" spc="-665">
                <a:solidFill>
                  <a:srgbClr val="FD422D"/>
                </a:solidFill>
              </a:rPr>
              <a:t>L</a:t>
            </a:r>
            <a:r>
              <a:rPr dirty="0" sz="6950" spc="-885">
                <a:solidFill>
                  <a:srgbClr val="FD422D"/>
                </a:solidFill>
              </a:rPr>
              <a:t>I</a:t>
            </a:r>
            <a:r>
              <a:rPr dirty="0" sz="6950" spc="-575">
                <a:solidFill>
                  <a:srgbClr val="FD422D"/>
                </a:solidFill>
              </a:rPr>
              <a:t>D</a:t>
            </a:r>
            <a:r>
              <a:rPr dirty="0" sz="6950" spc="-645">
                <a:solidFill>
                  <a:srgbClr val="FD422D"/>
                </a:solidFill>
              </a:rPr>
              <a:t>A</a:t>
            </a:r>
            <a:r>
              <a:rPr dirty="0" sz="6950" spc="-650">
                <a:solidFill>
                  <a:srgbClr val="FD422D"/>
                </a:solidFill>
              </a:rPr>
              <a:t>D</a:t>
            </a:r>
            <a:r>
              <a:rPr dirty="0" sz="6950" spc="-280">
                <a:solidFill>
                  <a:srgbClr val="FD422D"/>
                </a:solidFill>
              </a:rPr>
              <a:t>E</a:t>
            </a:r>
            <a:endParaRPr sz="6950"/>
          </a:p>
        </p:txBody>
      </p:sp>
      <p:grpSp>
        <p:nvGrpSpPr>
          <p:cNvPr id="28" name="object 28" descr=""/>
          <p:cNvGrpSpPr/>
          <p:nvPr/>
        </p:nvGrpSpPr>
        <p:grpSpPr>
          <a:xfrm>
            <a:off x="11312779" y="4029011"/>
            <a:ext cx="3837940" cy="538480"/>
            <a:chOff x="11312779" y="4029011"/>
            <a:chExt cx="3837940" cy="538480"/>
          </a:xfrm>
        </p:grpSpPr>
        <p:pic>
          <p:nvPicPr>
            <p:cNvPr id="29" name="object 29" descr="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312779" y="4150994"/>
              <a:ext cx="2236597" cy="248412"/>
            </a:xfrm>
            <a:prstGeom prst="rect">
              <a:avLst/>
            </a:prstGeom>
          </p:spPr>
        </p:pic>
        <p:pic>
          <p:nvPicPr>
            <p:cNvPr id="30" name="object 30" descr="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3477875" y="4029011"/>
              <a:ext cx="509587" cy="538162"/>
            </a:xfrm>
            <a:prstGeom prst="rect">
              <a:avLst/>
            </a:prstGeom>
          </p:spPr>
        </p:pic>
        <p:sp>
          <p:nvSpPr>
            <p:cNvPr id="31" name="object 31" descr=""/>
            <p:cNvSpPr/>
            <p:nvPr/>
          </p:nvSpPr>
          <p:spPr>
            <a:xfrm>
              <a:off x="13913231" y="4210557"/>
              <a:ext cx="393700" cy="140970"/>
            </a:xfrm>
            <a:custGeom>
              <a:avLst/>
              <a:gdLst/>
              <a:ahLst/>
              <a:cxnLst/>
              <a:rect l="l" t="t" r="r" b="b"/>
              <a:pathLst>
                <a:path w="393700" h="140970">
                  <a:moveTo>
                    <a:pt x="74295" y="0"/>
                  </a:moveTo>
                  <a:lnTo>
                    <a:pt x="35813" y="9016"/>
                  </a:lnTo>
                  <a:lnTo>
                    <a:pt x="9622" y="33895"/>
                  </a:lnTo>
                  <a:lnTo>
                    <a:pt x="9525" y="34036"/>
                  </a:lnTo>
                  <a:lnTo>
                    <a:pt x="5357" y="42245"/>
                  </a:lnTo>
                  <a:lnTo>
                    <a:pt x="2381" y="51038"/>
                  </a:lnTo>
                  <a:lnTo>
                    <a:pt x="595" y="60378"/>
                  </a:lnTo>
                  <a:lnTo>
                    <a:pt x="0" y="70230"/>
                  </a:lnTo>
                  <a:lnTo>
                    <a:pt x="559" y="79541"/>
                  </a:lnTo>
                  <a:lnTo>
                    <a:pt x="20875" y="120951"/>
                  </a:lnTo>
                  <a:lnTo>
                    <a:pt x="54443" y="138620"/>
                  </a:lnTo>
                  <a:lnTo>
                    <a:pt x="54772" y="138620"/>
                  </a:lnTo>
                  <a:lnTo>
                    <a:pt x="64055" y="140192"/>
                  </a:lnTo>
                  <a:lnTo>
                    <a:pt x="64414" y="140192"/>
                  </a:lnTo>
                  <a:lnTo>
                    <a:pt x="74295" y="140715"/>
                  </a:lnTo>
                  <a:lnTo>
                    <a:pt x="84008" y="140192"/>
                  </a:lnTo>
                  <a:lnTo>
                    <a:pt x="123142" y="122221"/>
                  </a:lnTo>
                  <a:lnTo>
                    <a:pt x="130165" y="113156"/>
                  </a:lnTo>
                  <a:lnTo>
                    <a:pt x="74040" y="113156"/>
                  </a:lnTo>
                  <a:lnTo>
                    <a:pt x="65303" y="112438"/>
                  </a:lnTo>
                  <a:lnTo>
                    <a:pt x="35321" y="87852"/>
                  </a:lnTo>
                  <a:lnTo>
                    <a:pt x="32384" y="70230"/>
                  </a:lnTo>
                  <a:lnTo>
                    <a:pt x="33123" y="60991"/>
                  </a:lnTo>
                  <a:lnTo>
                    <a:pt x="57546" y="30241"/>
                  </a:lnTo>
                  <a:lnTo>
                    <a:pt x="74040" y="27304"/>
                  </a:lnTo>
                  <a:lnTo>
                    <a:pt x="130154" y="27304"/>
                  </a:lnTo>
                  <a:lnTo>
                    <a:pt x="128607" y="24721"/>
                  </a:lnTo>
                  <a:lnTo>
                    <a:pt x="93360" y="2079"/>
                  </a:lnTo>
                  <a:lnTo>
                    <a:pt x="84436" y="569"/>
                  </a:lnTo>
                  <a:lnTo>
                    <a:pt x="85055" y="569"/>
                  </a:lnTo>
                  <a:lnTo>
                    <a:pt x="74295" y="0"/>
                  </a:lnTo>
                  <a:close/>
                </a:path>
                <a:path w="393700" h="140970">
                  <a:moveTo>
                    <a:pt x="108203" y="94233"/>
                  </a:moveTo>
                  <a:lnTo>
                    <a:pt x="81026" y="113156"/>
                  </a:lnTo>
                  <a:lnTo>
                    <a:pt x="130165" y="113156"/>
                  </a:lnTo>
                  <a:lnTo>
                    <a:pt x="132969" y="108584"/>
                  </a:lnTo>
                  <a:lnTo>
                    <a:pt x="108203" y="94233"/>
                  </a:lnTo>
                  <a:close/>
                </a:path>
                <a:path w="393700" h="140970">
                  <a:moveTo>
                    <a:pt x="130154" y="27304"/>
                  </a:moveTo>
                  <a:lnTo>
                    <a:pt x="81026" y="27304"/>
                  </a:lnTo>
                  <a:lnTo>
                    <a:pt x="87503" y="28955"/>
                  </a:lnTo>
                  <a:lnTo>
                    <a:pt x="93472" y="32130"/>
                  </a:lnTo>
                  <a:lnTo>
                    <a:pt x="99313" y="35305"/>
                  </a:lnTo>
                  <a:lnTo>
                    <a:pt x="104267" y="40004"/>
                  </a:lnTo>
                  <a:lnTo>
                    <a:pt x="108203" y="46354"/>
                  </a:lnTo>
                  <a:lnTo>
                    <a:pt x="132749" y="32130"/>
                  </a:lnTo>
                  <a:lnTo>
                    <a:pt x="133045" y="32130"/>
                  </a:lnTo>
                  <a:lnTo>
                    <a:pt x="130154" y="27304"/>
                  </a:lnTo>
                  <a:close/>
                </a:path>
                <a:path w="393700" h="140970">
                  <a:moveTo>
                    <a:pt x="194309" y="1650"/>
                  </a:moveTo>
                  <a:lnTo>
                    <a:pt x="163703" y="1650"/>
                  </a:lnTo>
                  <a:lnTo>
                    <a:pt x="163703" y="138937"/>
                  </a:lnTo>
                  <a:lnTo>
                    <a:pt x="195834" y="138937"/>
                  </a:lnTo>
                  <a:lnTo>
                    <a:pt x="195834" y="69214"/>
                  </a:lnTo>
                  <a:lnTo>
                    <a:pt x="196406" y="60197"/>
                  </a:lnTo>
                  <a:lnTo>
                    <a:pt x="223749" y="28733"/>
                  </a:lnTo>
                  <a:lnTo>
                    <a:pt x="231521" y="28066"/>
                  </a:lnTo>
                  <a:lnTo>
                    <a:pt x="386858" y="28066"/>
                  </a:lnTo>
                  <a:lnTo>
                    <a:pt x="384800" y="23568"/>
                  </a:lnTo>
                  <a:lnTo>
                    <a:pt x="384346" y="22987"/>
                  </a:lnTo>
                  <a:lnTo>
                    <a:pt x="285623" y="22987"/>
                  </a:lnTo>
                  <a:lnTo>
                    <a:pt x="282820" y="19050"/>
                  </a:lnTo>
                  <a:lnTo>
                    <a:pt x="194309" y="19050"/>
                  </a:lnTo>
                  <a:lnTo>
                    <a:pt x="194309" y="1650"/>
                  </a:lnTo>
                  <a:close/>
                </a:path>
                <a:path w="393700" h="140970">
                  <a:moveTo>
                    <a:pt x="330326" y="28066"/>
                  </a:moveTo>
                  <a:lnTo>
                    <a:pt x="241553" y="28066"/>
                  </a:lnTo>
                  <a:lnTo>
                    <a:pt x="249174" y="31114"/>
                  </a:lnTo>
                  <a:lnTo>
                    <a:pt x="254507" y="37211"/>
                  </a:lnTo>
                  <a:lnTo>
                    <a:pt x="257988" y="42332"/>
                  </a:lnTo>
                  <a:lnTo>
                    <a:pt x="260445" y="48561"/>
                  </a:lnTo>
                  <a:lnTo>
                    <a:pt x="261901" y="55909"/>
                  </a:lnTo>
                  <a:lnTo>
                    <a:pt x="262382" y="64388"/>
                  </a:lnTo>
                  <a:lnTo>
                    <a:pt x="262382" y="138937"/>
                  </a:lnTo>
                  <a:lnTo>
                    <a:pt x="294640" y="138937"/>
                  </a:lnTo>
                  <a:lnTo>
                    <a:pt x="294640" y="69214"/>
                  </a:lnTo>
                  <a:lnTo>
                    <a:pt x="295218" y="60197"/>
                  </a:lnTo>
                  <a:lnTo>
                    <a:pt x="295239" y="59880"/>
                  </a:lnTo>
                  <a:lnTo>
                    <a:pt x="322635" y="28733"/>
                  </a:lnTo>
                  <a:lnTo>
                    <a:pt x="330326" y="28066"/>
                  </a:lnTo>
                  <a:close/>
                </a:path>
                <a:path w="393700" h="140970">
                  <a:moveTo>
                    <a:pt x="386858" y="28066"/>
                  </a:moveTo>
                  <a:lnTo>
                    <a:pt x="340232" y="28066"/>
                  </a:lnTo>
                  <a:lnTo>
                    <a:pt x="347853" y="31114"/>
                  </a:lnTo>
                  <a:lnTo>
                    <a:pt x="353186" y="37211"/>
                  </a:lnTo>
                  <a:lnTo>
                    <a:pt x="356687" y="42332"/>
                  </a:lnTo>
                  <a:lnTo>
                    <a:pt x="359187" y="48561"/>
                  </a:lnTo>
                  <a:lnTo>
                    <a:pt x="360687" y="55909"/>
                  </a:lnTo>
                  <a:lnTo>
                    <a:pt x="361188" y="64388"/>
                  </a:lnTo>
                  <a:lnTo>
                    <a:pt x="361188" y="138937"/>
                  </a:lnTo>
                  <a:lnTo>
                    <a:pt x="393319" y="138937"/>
                  </a:lnTo>
                  <a:lnTo>
                    <a:pt x="393297" y="59880"/>
                  </a:lnTo>
                  <a:lnTo>
                    <a:pt x="392368" y="46099"/>
                  </a:lnTo>
                  <a:lnTo>
                    <a:pt x="389565" y="34067"/>
                  </a:lnTo>
                  <a:lnTo>
                    <a:pt x="388253" y="31114"/>
                  </a:lnTo>
                  <a:lnTo>
                    <a:pt x="386858" y="28066"/>
                  </a:lnTo>
                  <a:close/>
                </a:path>
                <a:path w="393700" h="140970">
                  <a:moveTo>
                    <a:pt x="337057" y="0"/>
                  </a:moveTo>
                  <a:lnTo>
                    <a:pt x="329130" y="381"/>
                  </a:lnTo>
                  <a:lnTo>
                    <a:pt x="320705" y="1650"/>
                  </a:lnTo>
                  <a:lnTo>
                    <a:pt x="321066" y="1650"/>
                  </a:lnTo>
                  <a:lnTo>
                    <a:pt x="314323" y="3428"/>
                  </a:lnTo>
                  <a:lnTo>
                    <a:pt x="285623" y="22987"/>
                  </a:lnTo>
                  <a:lnTo>
                    <a:pt x="384346" y="22987"/>
                  </a:lnTo>
                  <a:lnTo>
                    <a:pt x="378205" y="15112"/>
                  </a:lnTo>
                  <a:lnTo>
                    <a:pt x="369919" y="8518"/>
                  </a:lnTo>
                  <a:lnTo>
                    <a:pt x="360298" y="3794"/>
                  </a:lnTo>
                  <a:lnTo>
                    <a:pt x="349345" y="950"/>
                  </a:lnTo>
                  <a:lnTo>
                    <a:pt x="337057" y="0"/>
                  </a:lnTo>
                  <a:close/>
                </a:path>
                <a:path w="393700" h="140970">
                  <a:moveTo>
                    <a:pt x="239267" y="0"/>
                  </a:moveTo>
                  <a:lnTo>
                    <a:pt x="230773" y="381"/>
                  </a:lnTo>
                  <a:lnTo>
                    <a:pt x="231859" y="381"/>
                  </a:lnTo>
                  <a:lnTo>
                    <a:pt x="225774" y="1238"/>
                  </a:lnTo>
                  <a:lnTo>
                    <a:pt x="194309" y="19050"/>
                  </a:lnTo>
                  <a:lnTo>
                    <a:pt x="282820" y="19050"/>
                  </a:lnTo>
                  <a:lnTo>
                    <a:pt x="254417" y="1650"/>
                  </a:lnTo>
                  <a:lnTo>
                    <a:pt x="254847" y="1650"/>
                  </a:lnTo>
                  <a:lnTo>
                    <a:pt x="246794" y="381"/>
                  </a:lnTo>
                  <a:lnTo>
                    <a:pt x="23926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 descr="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230350" y="4029011"/>
              <a:ext cx="509587" cy="538162"/>
            </a:xfrm>
            <a:prstGeom prst="rect">
              <a:avLst/>
            </a:prstGeom>
          </p:spPr>
        </p:pic>
        <p:sp>
          <p:nvSpPr>
            <p:cNvPr id="33" name="object 33" descr=""/>
            <p:cNvSpPr/>
            <p:nvPr/>
          </p:nvSpPr>
          <p:spPr>
            <a:xfrm>
              <a:off x="14675358" y="4158614"/>
              <a:ext cx="475615" cy="241300"/>
            </a:xfrm>
            <a:custGeom>
              <a:avLst/>
              <a:gdLst/>
              <a:ahLst/>
              <a:cxnLst/>
              <a:rect l="l" t="t" r="r" b="b"/>
              <a:pathLst>
                <a:path w="475615" h="241300">
                  <a:moveTo>
                    <a:pt x="32130" y="0"/>
                  </a:moveTo>
                  <a:lnTo>
                    <a:pt x="0" y="0"/>
                  </a:lnTo>
                  <a:lnTo>
                    <a:pt x="0" y="190881"/>
                  </a:lnTo>
                  <a:lnTo>
                    <a:pt x="32130" y="190881"/>
                  </a:lnTo>
                  <a:lnTo>
                    <a:pt x="32130" y="154559"/>
                  </a:lnTo>
                  <a:lnTo>
                    <a:pt x="56134" y="131952"/>
                  </a:lnTo>
                  <a:lnTo>
                    <a:pt x="96393" y="131952"/>
                  </a:lnTo>
                  <a:lnTo>
                    <a:pt x="83306" y="115315"/>
                  </a:lnTo>
                  <a:lnTo>
                    <a:pt x="32130" y="115315"/>
                  </a:lnTo>
                  <a:lnTo>
                    <a:pt x="32130" y="0"/>
                  </a:lnTo>
                  <a:close/>
                </a:path>
                <a:path w="475615" h="241300">
                  <a:moveTo>
                    <a:pt x="96393" y="131952"/>
                  </a:moveTo>
                  <a:lnTo>
                    <a:pt x="56134" y="131952"/>
                  </a:lnTo>
                  <a:lnTo>
                    <a:pt x="103632" y="190881"/>
                  </a:lnTo>
                  <a:lnTo>
                    <a:pt x="142748" y="190881"/>
                  </a:lnTo>
                  <a:lnTo>
                    <a:pt x="96393" y="131952"/>
                  </a:lnTo>
                  <a:close/>
                </a:path>
                <a:path w="475615" h="241300">
                  <a:moveTo>
                    <a:pt x="137413" y="53594"/>
                  </a:moveTo>
                  <a:lnTo>
                    <a:pt x="98805" y="53594"/>
                  </a:lnTo>
                  <a:lnTo>
                    <a:pt x="32130" y="115315"/>
                  </a:lnTo>
                  <a:lnTo>
                    <a:pt x="83306" y="115315"/>
                  </a:lnTo>
                  <a:lnTo>
                    <a:pt x="80009" y="111125"/>
                  </a:lnTo>
                  <a:lnTo>
                    <a:pt x="137413" y="53594"/>
                  </a:lnTo>
                  <a:close/>
                </a:path>
                <a:path w="475615" h="241300">
                  <a:moveTo>
                    <a:pt x="192532" y="53594"/>
                  </a:moveTo>
                  <a:lnTo>
                    <a:pt x="161925" y="53594"/>
                  </a:lnTo>
                  <a:lnTo>
                    <a:pt x="161925" y="190881"/>
                  </a:lnTo>
                  <a:lnTo>
                    <a:pt x="194055" y="190881"/>
                  </a:lnTo>
                  <a:lnTo>
                    <a:pt x="194055" y="121158"/>
                  </a:lnTo>
                  <a:lnTo>
                    <a:pt x="194645" y="112140"/>
                  </a:lnTo>
                  <a:lnTo>
                    <a:pt x="222078" y="80676"/>
                  </a:lnTo>
                  <a:lnTo>
                    <a:pt x="229870" y="80010"/>
                  </a:lnTo>
                  <a:lnTo>
                    <a:pt x="385170" y="80010"/>
                  </a:lnTo>
                  <a:lnTo>
                    <a:pt x="383095" y="75511"/>
                  </a:lnTo>
                  <a:lnTo>
                    <a:pt x="382637" y="74930"/>
                  </a:lnTo>
                  <a:lnTo>
                    <a:pt x="283845" y="74930"/>
                  </a:lnTo>
                  <a:lnTo>
                    <a:pt x="281081" y="70993"/>
                  </a:lnTo>
                  <a:lnTo>
                    <a:pt x="192532" y="70993"/>
                  </a:lnTo>
                  <a:lnTo>
                    <a:pt x="192532" y="53594"/>
                  </a:lnTo>
                  <a:close/>
                </a:path>
                <a:path w="475615" h="241300">
                  <a:moveTo>
                    <a:pt x="328676" y="80010"/>
                  </a:moveTo>
                  <a:lnTo>
                    <a:pt x="239776" y="80010"/>
                  </a:lnTo>
                  <a:lnTo>
                    <a:pt x="247396" y="83058"/>
                  </a:lnTo>
                  <a:lnTo>
                    <a:pt x="252730" y="89154"/>
                  </a:lnTo>
                  <a:lnTo>
                    <a:pt x="256230" y="94275"/>
                  </a:lnTo>
                  <a:lnTo>
                    <a:pt x="258730" y="100504"/>
                  </a:lnTo>
                  <a:lnTo>
                    <a:pt x="260230" y="107852"/>
                  </a:lnTo>
                  <a:lnTo>
                    <a:pt x="260730" y="116332"/>
                  </a:lnTo>
                  <a:lnTo>
                    <a:pt x="260730" y="190881"/>
                  </a:lnTo>
                  <a:lnTo>
                    <a:pt x="292861" y="190881"/>
                  </a:lnTo>
                  <a:lnTo>
                    <a:pt x="292861" y="121158"/>
                  </a:lnTo>
                  <a:lnTo>
                    <a:pt x="293458" y="112140"/>
                  </a:lnTo>
                  <a:lnTo>
                    <a:pt x="293479" y="111823"/>
                  </a:lnTo>
                  <a:lnTo>
                    <a:pt x="320911" y="80676"/>
                  </a:lnTo>
                  <a:lnTo>
                    <a:pt x="328676" y="80010"/>
                  </a:lnTo>
                  <a:close/>
                </a:path>
                <a:path w="475615" h="241300">
                  <a:moveTo>
                    <a:pt x="385170" y="80010"/>
                  </a:moveTo>
                  <a:lnTo>
                    <a:pt x="338582" y="80010"/>
                  </a:lnTo>
                  <a:lnTo>
                    <a:pt x="346201" y="83058"/>
                  </a:lnTo>
                  <a:lnTo>
                    <a:pt x="351536" y="89154"/>
                  </a:lnTo>
                  <a:lnTo>
                    <a:pt x="355036" y="94275"/>
                  </a:lnTo>
                  <a:lnTo>
                    <a:pt x="357536" y="100504"/>
                  </a:lnTo>
                  <a:lnTo>
                    <a:pt x="359036" y="107852"/>
                  </a:lnTo>
                  <a:lnTo>
                    <a:pt x="359536" y="116332"/>
                  </a:lnTo>
                  <a:lnTo>
                    <a:pt x="359536" y="190881"/>
                  </a:lnTo>
                  <a:lnTo>
                    <a:pt x="391668" y="190881"/>
                  </a:lnTo>
                  <a:lnTo>
                    <a:pt x="391646" y="111823"/>
                  </a:lnTo>
                  <a:lnTo>
                    <a:pt x="390715" y="98042"/>
                  </a:lnTo>
                  <a:lnTo>
                    <a:pt x="387898" y="86010"/>
                  </a:lnTo>
                  <a:lnTo>
                    <a:pt x="386576" y="83058"/>
                  </a:lnTo>
                  <a:lnTo>
                    <a:pt x="385170" y="80010"/>
                  </a:lnTo>
                  <a:close/>
                </a:path>
                <a:path w="475615" h="241300">
                  <a:moveTo>
                    <a:pt x="335280" y="51943"/>
                  </a:moveTo>
                  <a:lnTo>
                    <a:pt x="327370" y="52324"/>
                  </a:lnTo>
                  <a:lnTo>
                    <a:pt x="318978" y="53594"/>
                  </a:lnTo>
                  <a:lnTo>
                    <a:pt x="319336" y="53594"/>
                  </a:lnTo>
                  <a:lnTo>
                    <a:pt x="312598" y="55372"/>
                  </a:lnTo>
                  <a:lnTo>
                    <a:pt x="283845" y="74930"/>
                  </a:lnTo>
                  <a:lnTo>
                    <a:pt x="382637" y="74930"/>
                  </a:lnTo>
                  <a:lnTo>
                    <a:pt x="376428" y="67056"/>
                  </a:lnTo>
                  <a:lnTo>
                    <a:pt x="368212" y="60461"/>
                  </a:lnTo>
                  <a:lnTo>
                    <a:pt x="358616" y="55737"/>
                  </a:lnTo>
                  <a:lnTo>
                    <a:pt x="347638" y="52893"/>
                  </a:lnTo>
                  <a:lnTo>
                    <a:pt x="335280" y="51943"/>
                  </a:lnTo>
                  <a:close/>
                </a:path>
                <a:path w="475615" h="241300">
                  <a:moveTo>
                    <a:pt x="237617" y="51943"/>
                  </a:moveTo>
                  <a:lnTo>
                    <a:pt x="229054" y="52324"/>
                  </a:lnTo>
                  <a:lnTo>
                    <a:pt x="230152" y="52324"/>
                  </a:lnTo>
                  <a:lnTo>
                    <a:pt x="224059" y="53181"/>
                  </a:lnTo>
                  <a:lnTo>
                    <a:pt x="192532" y="70993"/>
                  </a:lnTo>
                  <a:lnTo>
                    <a:pt x="281081" y="70993"/>
                  </a:lnTo>
                  <a:lnTo>
                    <a:pt x="252747" y="53594"/>
                  </a:lnTo>
                  <a:lnTo>
                    <a:pt x="253179" y="53594"/>
                  </a:lnTo>
                  <a:lnTo>
                    <a:pt x="245141" y="52324"/>
                  </a:lnTo>
                  <a:lnTo>
                    <a:pt x="237617" y="51943"/>
                  </a:lnTo>
                  <a:close/>
                </a:path>
                <a:path w="475615" h="241300">
                  <a:moveTo>
                    <a:pt x="443865" y="0"/>
                  </a:moveTo>
                  <a:lnTo>
                    <a:pt x="413257" y="0"/>
                  </a:lnTo>
                  <a:lnTo>
                    <a:pt x="420566" y="14023"/>
                  </a:lnTo>
                  <a:lnTo>
                    <a:pt x="426862" y="28273"/>
                  </a:lnTo>
                  <a:lnTo>
                    <a:pt x="439632" y="72425"/>
                  </a:lnTo>
                  <a:lnTo>
                    <a:pt x="443302" y="102945"/>
                  </a:lnTo>
                  <a:lnTo>
                    <a:pt x="443390" y="103945"/>
                  </a:lnTo>
                  <a:lnTo>
                    <a:pt x="443865" y="120396"/>
                  </a:lnTo>
                  <a:lnTo>
                    <a:pt x="443390" y="136900"/>
                  </a:lnTo>
                  <a:lnTo>
                    <a:pt x="441975" y="152892"/>
                  </a:lnTo>
                  <a:lnTo>
                    <a:pt x="432135" y="198054"/>
                  </a:lnTo>
                  <a:lnTo>
                    <a:pt x="413257" y="240792"/>
                  </a:lnTo>
                  <a:lnTo>
                    <a:pt x="443865" y="240792"/>
                  </a:lnTo>
                  <a:lnTo>
                    <a:pt x="462635" y="201572"/>
                  </a:lnTo>
                  <a:lnTo>
                    <a:pt x="473217" y="154686"/>
                  </a:lnTo>
                  <a:lnTo>
                    <a:pt x="475234" y="120396"/>
                  </a:lnTo>
                  <a:lnTo>
                    <a:pt x="474760" y="103945"/>
                  </a:lnTo>
                  <a:lnTo>
                    <a:pt x="474731" y="102945"/>
                  </a:lnTo>
                  <a:lnTo>
                    <a:pt x="467105" y="53975"/>
                  </a:lnTo>
                  <a:lnTo>
                    <a:pt x="450978" y="12005"/>
                  </a:lnTo>
                  <a:lnTo>
                    <a:pt x="443865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4" name="object 34" descr=""/>
          <p:cNvGrpSpPr/>
          <p:nvPr/>
        </p:nvGrpSpPr>
        <p:grpSpPr>
          <a:xfrm>
            <a:off x="11312779" y="5908928"/>
            <a:ext cx="3220720" cy="248920"/>
            <a:chOff x="11312779" y="5908928"/>
            <a:chExt cx="3220720" cy="248920"/>
          </a:xfrm>
        </p:grpSpPr>
        <p:pic>
          <p:nvPicPr>
            <p:cNvPr id="35" name="object 35" descr="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1312779" y="5908928"/>
              <a:ext cx="2469134" cy="248412"/>
            </a:xfrm>
            <a:prstGeom prst="rect">
              <a:avLst/>
            </a:prstGeom>
          </p:spPr>
        </p:pic>
        <p:sp>
          <p:nvSpPr>
            <p:cNvPr id="36" name="object 36" descr=""/>
            <p:cNvSpPr/>
            <p:nvPr/>
          </p:nvSpPr>
          <p:spPr>
            <a:xfrm>
              <a:off x="13818489" y="5908928"/>
              <a:ext cx="715010" cy="200660"/>
            </a:xfrm>
            <a:custGeom>
              <a:avLst/>
              <a:gdLst/>
              <a:ahLst/>
              <a:cxnLst/>
              <a:rect l="l" t="t" r="r" b="b"/>
              <a:pathLst>
                <a:path w="715009" h="200660">
                  <a:moveTo>
                    <a:pt x="36576" y="61213"/>
                  </a:moveTo>
                  <a:lnTo>
                    <a:pt x="4445" y="61213"/>
                  </a:lnTo>
                  <a:lnTo>
                    <a:pt x="4445" y="198628"/>
                  </a:lnTo>
                  <a:lnTo>
                    <a:pt x="36576" y="198628"/>
                  </a:lnTo>
                  <a:lnTo>
                    <a:pt x="36576" y="61213"/>
                  </a:lnTo>
                  <a:close/>
                </a:path>
                <a:path w="715009" h="200660">
                  <a:moveTo>
                    <a:pt x="26416" y="0"/>
                  </a:moveTo>
                  <a:lnTo>
                    <a:pt x="14859" y="0"/>
                  </a:lnTo>
                  <a:lnTo>
                    <a:pt x="9905" y="1905"/>
                  </a:lnTo>
                  <a:lnTo>
                    <a:pt x="2032" y="9271"/>
                  </a:lnTo>
                  <a:lnTo>
                    <a:pt x="0" y="13843"/>
                  </a:lnTo>
                  <a:lnTo>
                    <a:pt x="0" y="24765"/>
                  </a:lnTo>
                  <a:lnTo>
                    <a:pt x="2032" y="29463"/>
                  </a:lnTo>
                  <a:lnTo>
                    <a:pt x="9905" y="36830"/>
                  </a:lnTo>
                  <a:lnTo>
                    <a:pt x="14859" y="38608"/>
                  </a:lnTo>
                  <a:lnTo>
                    <a:pt x="26670" y="38608"/>
                  </a:lnTo>
                  <a:lnTo>
                    <a:pt x="31174" y="36830"/>
                  </a:lnTo>
                  <a:lnTo>
                    <a:pt x="31364" y="36830"/>
                  </a:lnTo>
                  <a:lnTo>
                    <a:pt x="35432" y="32893"/>
                  </a:lnTo>
                  <a:lnTo>
                    <a:pt x="39243" y="28956"/>
                  </a:lnTo>
                  <a:lnTo>
                    <a:pt x="41148" y="24257"/>
                  </a:lnTo>
                  <a:lnTo>
                    <a:pt x="41148" y="13208"/>
                  </a:lnTo>
                  <a:lnTo>
                    <a:pt x="39243" y="8890"/>
                  </a:lnTo>
                  <a:lnTo>
                    <a:pt x="31509" y="1905"/>
                  </a:lnTo>
                  <a:lnTo>
                    <a:pt x="31722" y="1905"/>
                  </a:lnTo>
                  <a:lnTo>
                    <a:pt x="26416" y="0"/>
                  </a:lnTo>
                  <a:close/>
                </a:path>
                <a:path w="715009" h="200660">
                  <a:moveTo>
                    <a:pt x="138684" y="59690"/>
                  </a:moveTo>
                  <a:lnTo>
                    <a:pt x="95646" y="73284"/>
                  </a:lnTo>
                  <a:lnTo>
                    <a:pt x="71564" y="110315"/>
                  </a:lnTo>
                  <a:lnTo>
                    <a:pt x="69342" y="129921"/>
                  </a:lnTo>
                  <a:lnTo>
                    <a:pt x="69806" y="138430"/>
                  </a:lnTo>
                  <a:lnTo>
                    <a:pt x="69893" y="140017"/>
                  </a:lnTo>
                  <a:lnTo>
                    <a:pt x="89026" y="181070"/>
                  </a:lnTo>
                  <a:lnTo>
                    <a:pt x="129091" y="199858"/>
                  </a:lnTo>
                  <a:lnTo>
                    <a:pt x="138684" y="200406"/>
                  </a:lnTo>
                  <a:lnTo>
                    <a:pt x="145661" y="200096"/>
                  </a:lnTo>
                  <a:lnTo>
                    <a:pt x="184276" y="180848"/>
                  </a:lnTo>
                  <a:lnTo>
                    <a:pt x="215138" y="180848"/>
                  </a:lnTo>
                  <a:lnTo>
                    <a:pt x="215138" y="172847"/>
                  </a:lnTo>
                  <a:lnTo>
                    <a:pt x="134874" y="172847"/>
                  </a:lnTo>
                  <a:lnTo>
                    <a:pt x="127889" y="171069"/>
                  </a:lnTo>
                  <a:lnTo>
                    <a:pt x="101726" y="138430"/>
                  </a:lnTo>
                  <a:lnTo>
                    <a:pt x="101726" y="121285"/>
                  </a:lnTo>
                  <a:lnTo>
                    <a:pt x="127889" y="88773"/>
                  </a:lnTo>
                  <a:lnTo>
                    <a:pt x="134874" y="86995"/>
                  </a:lnTo>
                  <a:lnTo>
                    <a:pt x="215138" y="86995"/>
                  </a:lnTo>
                  <a:lnTo>
                    <a:pt x="215138" y="78232"/>
                  </a:lnTo>
                  <a:lnTo>
                    <a:pt x="183007" y="78232"/>
                  </a:lnTo>
                  <a:lnTo>
                    <a:pt x="177673" y="72009"/>
                  </a:lnTo>
                  <a:lnTo>
                    <a:pt x="171196" y="67437"/>
                  </a:lnTo>
                  <a:lnTo>
                    <a:pt x="163703" y="64388"/>
                  </a:lnTo>
                  <a:lnTo>
                    <a:pt x="157918" y="62315"/>
                  </a:lnTo>
                  <a:lnTo>
                    <a:pt x="151812" y="60848"/>
                  </a:lnTo>
                  <a:lnTo>
                    <a:pt x="145397" y="59977"/>
                  </a:lnTo>
                  <a:lnTo>
                    <a:pt x="138684" y="59690"/>
                  </a:lnTo>
                  <a:close/>
                </a:path>
                <a:path w="715009" h="200660">
                  <a:moveTo>
                    <a:pt x="215138" y="180848"/>
                  </a:moveTo>
                  <a:lnTo>
                    <a:pt x="184276" y="180848"/>
                  </a:lnTo>
                  <a:lnTo>
                    <a:pt x="184276" y="198628"/>
                  </a:lnTo>
                  <a:lnTo>
                    <a:pt x="215138" y="198628"/>
                  </a:lnTo>
                  <a:lnTo>
                    <a:pt x="215138" y="180848"/>
                  </a:lnTo>
                  <a:close/>
                </a:path>
                <a:path w="715009" h="200660">
                  <a:moveTo>
                    <a:pt x="215138" y="86995"/>
                  </a:moveTo>
                  <a:lnTo>
                    <a:pt x="150368" y="86995"/>
                  </a:lnTo>
                  <a:lnTo>
                    <a:pt x="157226" y="88773"/>
                  </a:lnTo>
                  <a:lnTo>
                    <a:pt x="163449" y="92201"/>
                  </a:lnTo>
                  <a:lnTo>
                    <a:pt x="169545" y="95758"/>
                  </a:lnTo>
                  <a:lnTo>
                    <a:pt x="174498" y="100711"/>
                  </a:lnTo>
                  <a:lnTo>
                    <a:pt x="178053" y="107315"/>
                  </a:lnTo>
                  <a:lnTo>
                    <a:pt x="181737" y="113792"/>
                  </a:lnTo>
                  <a:lnTo>
                    <a:pt x="183515" y="121285"/>
                  </a:lnTo>
                  <a:lnTo>
                    <a:pt x="183515" y="138430"/>
                  </a:lnTo>
                  <a:lnTo>
                    <a:pt x="181737" y="146050"/>
                  </a:lnTo>
                  <a:lnTo>
                    <a:pt x="178053" y="152526"/>
                  </a:lnTo>
                  <a:lnTo>
                    <a:pt x="174498" y="159004"/>
                  </a:lnTo>
                  <a:lnTo>
                    <a:pt x="169545" y="164084"/>
                  </a:lnTo>
                  <a:lnTo>
                    <a:pt x="163449" y="167640"/>
                  </a:lnTo>
                  <a:lnTo>
                    <a:pt x="157226" y="171069"/>
                  </a:lnTo>
                  <a:lnTo>
                    <a:pt x="150368" y="172847"/>
                  </a:lnTo>
                  <a:lnTo>
                    <a:pt x="215138" y="172847"/>
                  </a:lnTo>
                  <a:lnTo>
                    <a:pt x="215138" y="86995"/>
                  </a:lnTo>
                  <a:close/>
                </a:path>
                <a:path w="715009" h="200660">
                  <a:moveTo>
                    <a:pt x="215138" y="7747"/>
                  </a:moveTo>
                  <a:lnTo>
                    <a:pt x="183007" y="7747"/>
                  </a:lnTo>
                  <a:lnTo>
                    <a:pt x="183007" y="78232"/>
                  </a:lnTo>
                  <a:lnTo>
                    <a:pt x="215138" y="78232"/>
                  </a:lnTo>
                  <a:lnTo>
                    <a:pt x="215138" y="7747"/>
                  </a:lnTo>
                  <a:close/>
                </a:path>
                <a:path w="715009" h="200660">
                  <a:moveTo>
                    <a:pt x="359997" y="86487"/>
                  </a:moveTo>
                  <a:lnTo>
                    <a:pt x="300736" y="86487"/>
                  </a:lnTo>
                  <a:lnTo>
                    <a:pt x="308689" y="86963"/>
                  </a:lnTo>
                  <a:lnTo>
                    <a:pt x="315594" y="88391"/>
                  </a:lnTo>
                  <a:lnTo>
                    <a:pt x="321452" y="90773"/>
                  </a:lnTo>
                  <a:lnTo>
                    <a:pt x="326263" y="94107"/>
                  </a:lnTo>
                  <a:lnTo>
                    <a:pt x="331978" y="99313"/>
                  </a:lnTo>
                  <a:lnTo>
                    <a:pt x="334899" y="106680"/>
                  </a:lnTo>
                  <a:lnTo>
                    <a:pt x="334899" y="118363"/>
                  </a:lnTo>
                  <a:lnTo>
                    <a:pt x="299339" y="118363"/>
                  </a:lnTo>
                  <a:lnTo>
                    <a:pt x="285553" y="119056"/>
                  </a:lnTo>
                  <a:lnTo>
                    <a:pt x="250031" y="135612"/>
                  </a:lnTo>
                  <a:lnTo>
                    <a:pt x="242316" y="167132"/>
                  </a:lnTo>
                  <a:lnTo>
                    <a:pt x="244348" y="174244"/>
                  </a:lnTo>
                  <a:lnTo>
                    <a:pt x="279453" y="199183"/>
                  </a:lnTo>
                  <a:lnTo>
                    <a:pt x="279796" y="199183"/>
                  </a:lnTo>
                  <a:lnTo>
                    <a:pt x="286200" y="200098"/>
                  </a:lnTo>
                  <a:lnTo>
                    <a:pt x="286598" y="200098"/>
                  </a:lnTo>
                  <a:lnTo>
                    <a:pt x="293497" y="200406"/>
                  </a:lnTo>
                  <a:lnTo>
                    <a:pt x="300926" y="200098"/>
                  </a:lnTo>
                  <a:lnTo>
                    <a:pt x="336676" y="181863"/>
                  </a:lnTo>
                  <a:lnTo>
                    <a:pt x="367030" y="181863"/>
                  </a:lnTo>
                  <a:lnTo>
                    <a:pt x="367030" y="177037"/>
                  </a:lnTo>
                  <a:lnTo>
                    <a:pt x="291973" y="177037"/>
                  </a:lnTo>
                  <a:lnTo>
                    <a:pt x="285496" y="175260"/>
                  </a:lnTo>
                  <a:lnTo>
                    <a:pt x="280924" y="171831"/>
                  </a:lnTo>
                  <a:lnTo>
                    <a:pt x="276225" y="168401"/>
                  </a:lnTo>
                  <a:lnTo>
                    <a:pt x="273939" y="163830"/>
                  </a:lnTo>
                  <a:lnTo>
                    <a:pt x="273939" y="157987"/>
                  </a:lnTo>
                  <a:lnTo>
                    <a:pt x="275572" y="150471"/>
                  </a:lnTo>
                  <a:lnTo>
                    <a:pt x="275677" y="149986"/>
                  </a:lnTo>
                  <a:lnTo>
                    <a:pt x="280892" y="144271"/>
                  </a:lnTo>
                  <a:lnTo>
                    <a:pt x="289583" y="140842"/>
                  </a:lnTo>
                  <a:lnTo>
                    <a:pt x="301751" y="139700"/>
                  </a:lnTo>
                  <a:lnTo>
                    <a:pt x="367030" y="139700"/>
                  </a:lnTo>
                  <a:lnTo>
                    <a:pt x="367030" y="118110"/>
                  </a:lnTo>
                  <a:lnTo>
                    <a:pt x="366027" y="104370"/>
                  </a:lnTo>
                  <a:lnTo>
                    <a:pt x="363013" y="92487"/>
                  </a:lnTo>
                  <a:lnTo>
                    <a:pt x="359997" y="86487"/>
                  </a:lnTo>
                  <a:close/>
                </a:path>
                <a:path w="715009" h="200660">
                  <a:moveTo>
                    <a:pt x="367030" y="181863"/>
                  </a:moveTo>
                  <a:lnTo>
                    <a:pt x="336676" y="181863"/>
                  </a:lnTo>
                  <a:lnTo>
                    <a:pt x="336676" y="198628"/>
                  </a:lnTo>
                  <a:lnTo>
                    <a:pt x="367030" y="198628"/>
                  </a:lnTo>
                  <a:lnTo>
                    <a:pt x="367030" y="181863"/>
                  </a:lnTo>
                  <a:close/>
                </a:path>
                <a:path w="715009" h="200660">
                  <a:moveTo>
                    <a:pt x="367030" y="139700"/>
                  </a:moveTo>
                  <a:lnTo>
                    <a:pt x="334899" y="139700"/>
                  </a:lnTo>
                  <a:lnTo>
                    <a:pt x="334899" y="155575"/>
                  </a:lnTo>
                  <a:lnTo>
                    <a:pt x="332359" y="162433"/>
                  </a:lnTo>
                  <a:lnTo>
                    <a:pt x="327914" y="167767"/>
                  </a:lnTo>
                  <a:lnTo>
                    <a:pt x="321691" y="171450"/>
                  </a:lnTo>
                  <a:lnTo>
                    <a:pt x="315122" y="175260"/>
                  </a:lnTo>
                  <a:lnTo>
                    <a:pt x="314866" y="175260"/>
                  </a:lnTo>
                  <a:lnTo>
                    <a:pt x="308228" y="177037"/>
                  </a:lnTo>
                  <a:lnTo>
                    <a:pt x="367030" y="177037"/>
                  </a:lnTo>
                  <a:lnTo>
                    <a:pt x="367030" y="139700"/>
                  </a:lnTo>
                  <a:close/>
                </a:path>
                <a:path w="715009" h="200660">
                  <a:moveTo>
                    <a:pt x="304546" y="59690"/>
                  </a:moveTo>
                  <a:lnTo>
                    <a:pt x="265078" y="66563"/>
                  </a:lnTo>
                  <a:lnTo>
                    <a:pt x="246380" y="76708"/>
                  </a:lnTo>
                  <a:lnTo>
                    <a:pt x="259080" y="100075"/>
                  </a:lnTo>
                  <a:lnTo>
                    <a:pt x="264159" y="95758"/>
                  </a:lnTo>
                  <a:lnTo>
                    <a:pt x="270448" y="92487"/>
                  </a:lnTo>
                  <a:lnTo>
                    <a:pt x="285369" y="87630"/>
                  </a:lnTo>
                  <a:lnTo>
                    <a:pt x="292989" y="86487"/>
                  </a:lnTo>
                  <a:lnTo>
                    <a:pt x="359997" y="86487"/>
                  </a:lnTo>
                  <a:lnTo>
                    <a:pt x="357975" y="82462"/>
                  </a:lnTo>
                  <a:lnTo>
                    <a:pt x="350901" y="74295"/>
                  </a:lnTo>
                  <a:lnTo>
                    <a:pt x="341997" y="67887"/>
                  </a:lnTo>
                  <a:lnTo>
                    <a:pt x="331295" y="63325"/>
                  </a:lnTo>
                  <a:lnTo>
                    <a:pt x="318807" y="60596"/>
                  </a:lnTo>
                  <a:lnTo>
                    <a:pt x="304546" y="59690"/>
                  </a:lnTo>
                  <a:close/>
                </a:path>
                <a:path w="715009" h="200660">
                  <a:moveTo>
                    <a:pt x="462534" y="59690"/>
                  </a:moveTo>
                  <a:lnTo>
                    <a:pt x="419496" y="73284"/>
                  </a:lnTo>
                  <a:lnTo>
                    <a:pt x="395414" y="110315"/>
                  </a:lnTo>
                  <a:lnTo>
                    <a:pt x="393192" y="129921"/>
                  </a:lnTo>
                  <a:lnTo>
                    <a:pt x="393656" y="138430"/>
                  </a:lnTo>
                  <a:lnTo>
                    <a:pt x="393743" y="140017"/>
                  </a:lnTo>
                  <a:lnTo>
                    <a:pt x="412876" y="181070"/>
                  </a:lnTo>
                  <a:lnTo>
                    <a:pt x="452941" y="199858"/>
                  </a:lnTo>
                  <a:lnTo>
                    <a:pt x="462534" y="200406"/>
                  </a:lnTo>
                  <a:lnTo>
                    <a:pt x="469511" y="200096"/>
                  </a:lnTo>
                  <a:lnTo>
                    <a:pt x="508126" y="180848"/>
                  </a:lnTo>
                  <a:lnTo>
                    <a:pt x="538988" y="180848"/>
                  </a:lnTo>
                  <a:lnTo>
                    <a:pt x="538988" y="172847"/>
                  </a:lnTo>
                  <a:lnTo>
                    <a:pt x="458724" y="172847"/>
                  </a:lnTo>
                  <a:lnTo>
                    <a:pt x="451739" y="171069"/>
                  </a:lnTo>
                  <a:lnTo>
                    <a:pt x="425576" y="138430"/>
                  </a:lnTo>
                  <a:lnTo>
                    <a:pt x="425576" y="121285"/>
                  </a:lnTo>
                  <a:lnTo>
                    <a:pt x="451739" y="88773"/>
                  </a:lnTo>
                  <a:lnTo>
                    <a:pt x="458724" y="86995"/>
                  </a:lnTo>
                  <a:lnTo>
                    <a:pt x="538988" y="86995"/>
                  </a:lnTo>
                  <a:lnTo>
                    <a:pt x="538988" y="78232"/>
                  </a:lnTo>
                  <a:lnTo>
                    <a:pt x="506857" y="78232"/>
                  </a:lnTo>
                  <a:lnTo>
                    <a:pt x="501523" y="72009"/>
                  </a:lnTo>
                  <a:lnTo>
                    <a:pt x="495046" y="67437"/>
                  </a:lnTo>
                  <a:lnTo>
                    <a:pt x="487553" y="64388"/>
                  </a:lnTo>
                  <a:lnTo>
                    <a:pt x="481768" y="62315"/>
                  </a:lnTo>
                  <a:lnTo>
                    <a:pt x="475662" y="60848"/>
                  </a:lnTo>
                  <a:lnTo>
                    <a:pt x="469247" y="59977"/>
                  </a:lnTo>
                  <a:lnTo>
                    <a:pt x="462534" y="59690"/>
                  </a:lnTo>
                  <a:close/>
                </a:path>
                <a:path w="715009" h="200660">
                  <a:moveTo>
                    <a:pt x="538988" y="180848"/>
                  </a:moveTo>
                  <a:lnTo>
                    <a:pt x="508126" y="180848"/>
                  </a:lnTo>
                  <a:lnTo>
                    <a:pt x="508126" y="198628"/>
                  </a:lnTo>
                  <a:lnTo>
                    <a:pt x="538988" y="198628"/>
                  </a:lnTo>
                  <a:lnTo>
                    <a:pt x="538988" y="180848"/>
                  </a:lnTo>
                  <a:close/>
                </a:path>
                <a:path w="715009" h="200660">
                  <a:moveTo>
                    <a:pt x="538988" y="86995"/>
                  </a:moveTo>
                  <a:lnTo>
                    <a:pt x="474218" y="86995"/>
                  </a:lnTo>
                  <a:lnTo>
                    <a:pt x="481076" y="88773"/>
                  </a:lnTo>
                  <a:lnTo>
                    <a:pt x="487299" y="92201"/>
                  </a:lnTo>
                  <a:lnTo>
                    <a:pt x="493395" y="95758"/>
                  </a:lnTo>
                  <a:lnTo>
                    <a:pt x="498348" y="100711"/>
                  </a:lnTo>
                  <a:lnTo>
                    <a:pt x="501903" y="107315"/>
                  </a:lnTo>
                  <a:lnTo>
                    <a:pt x="505587" y="113792"/>
                  </a:lnTo>
                  <a:lnTo>
                    <a:pt x="507365" y="121285"/>
                  </a:lnTo>
                  <a:lnTo>
                    <a:pt x="507365" y="138430"/>
                  </a:lnTo>
                  <a:lnTo>
                    <a:pt x="505587" y="146050"/>
                  </a:lnTo>
                  <a:lnTo>
                    <a:pt x="501903" y="152526"/>
                  </a:lnTo>
                  <a:lnTo>
                    <a:pt x="498348" y="159004"/>
                  </a:lnTo>
                  <a:lnTo>
                    <a:pt x="493395" y="164084"/>
                  </a:lnTo>
                  <a:lnTo>
                    <a:pt x="487299" y="167640"/>
                  </a:lnTo>
                  <a:lnTo>
                    <a:pt x="481076" y="171069"/>
                  </a:lnTo>
                  <a:lnTo>
                    <a:pt x="474218" y="172847"/>
                  </a:lnTo>
                  <a:lnTo>
                    <a:pt x="538988" y="172847"/>
                  </a:lnTo>
                  <a:lnTo>
                    <a:pt x="538988" y="86995"/>
                  </a:lnTo>
                  <a:close/>
                </a:path>
                <a:path w="715009" h="200660">
                  <a:moveTo>
                    <a:pt x="538988" y="7747"/>
                  </a:moveTo>
                  <a:lnTo>
                    <a:pt x="506857" y="7747"/>
                  </a:lnTo>
                  <a:lnTo>
                    <a:pt x="506857" y="78232"/>
                  </a:lnTo>
                  <a:lnTo>
                    <a:pt x="538988" y="78232"/>
                  </a:lnTo>
                  <a:lnTo>
                    <a:pt x="538988" y="7747"/>
                  </a:lnTo>
                  <a:close/>
                </a:path>
                <a:path w="715009" h="200660">
                  <a:moveTo>
                    <a:pt x="645159" y="59690"/>
                  </a:moveTo>
                  <a:lnTo>
                    <a:pt x="600938" y="73634"/>
                  </a:lnTo>
                  <a:lnTo>
                    <a:pt x="579407" y="101857"/>
                  </a:lnTo>
                  <a:lnTo>
                    <a:pt x="579310" y="102060"/>
                  </a:lnTo>
                  <a:lnTo>
                    <a:pt x="576453" y="110871"/>
                  </a:lnTo>
                  <a:lnTo>
                    <a:pt x="574738" y="120157"/>
                  </a:lnTo>
                  <a:lnTo>
                    <a:pt x="574167" y="129921"/>
                  </a:lnTo>
                  <a:lnTo>
                    <a:pt x="574742" y="139830"/>
                  </a:lnTo>
                  <a:lnTo>
                    <a:pt x="594883" y="180641"/>
                  </a:lnTo>
                  <a:lnTo>
                    <a:pt x="639004" y="199836"/>
                  </a:lnTo>
                  <a:lnTo>
                    <a:pt x="649986" y="200406"/>
                  </a:lnTo>
                  <a:lnTo>
                    <a:pt x="658627" y="200048"/>
                  </a:lnTo>
                  <a:lnTo>
                    <a:pt x="694785" y="187753"/>
                  </a:lnTo>
                  <a:lnTo>
                    <a:pt x="705230" y="178054"/>
                  </a:lnTo>
                  <a:lnTo>
                    <a:pt x="700944" y="173100"/>
                  </a:lnTo>
                  <a:lnTo>
                    <a:pt x="650748" y="173100"/>
                  </a:lnTo>
                  <a:lnTo>
                    <a:pt x="642246" y="172551"/>
                  </a:lnTo>
                  <a:lnTo>
                    <a:pt x="608296" y="147423"/>
                  </a:lnTo>
                  <a:lnTo>
                    <a:pt x="606298" y="140208"/>
                  </a:lnTo>
                  <a:lnTo>
                    <a:pt x="713994" y="140208"/>
                  </a:lnTo>
                  <a:lnTo>
                    <a:pt x="714375" y="136144"/>
                  </a:lnTo>
                  <a:lnTo>
                    <a:pt x="714461" y="129921"/>
                  </a:lnTo>
                  <a:lnTo>
                    <a:pt x="713954" y="120439"/>
                  </a:lnTo>
                  <a:lnTo>
                    <a:pt x="713686" y="118872"/>
                  </a:lnTo>
                  <a:lnTo>
                    <a:pt x="606044" y="118872"/>
                  </a:lnTo>
                  <a:lnTo>
                    <a:pt x="607677" y="111779"/>
                  </a:lnTo>
                  <a:lnTo>
                    <a:pt x="637280" y="86155"/>
                  </a:lnTo>
                  <a:lnTo>
                    <a:pt x="636262" y="86155"/>
                  </a:lnTo>
                  <a:lnTo>
                    <a:pt x="645159" y="85471"/>
                  </a:lnTo>
                  <a:lnTo>
                    <a:pt x="700443" y="85471"/>
                  </a:lnTo>
                  <a:lnTo>
                    <a:pt x="695071" y="79263"/>
                  </a:lnTo>
                  <a:lnTo>
                    <a:pt x="688451" y="73487"/>
                  </a:lnTo>
                  <a:lnTo>
                    <a:pt x="681167" y="68707"/>
                  </a:lnTo>
                  <a:lnTo>
                    <a:pt x="673030" y="64779"/>
                  </a:lnTo>
                  <a:lnTo>
                    <a:pt x="664313" y="61960"/>
                  </a:lnTo>
                  <a:lnTo>
                    <a:pt x="664467" y="61960"/>
                  </a:lnTo>
                  <a:lnTo>
                    <a:pt x="655009" y="60259"/>
                  </a:lnTo>
                  <a:lnTo>
                    <a:pt x="655250" y="60259"/>
                  </a:lnTo>
                  <a:lnTo>
                    <a:pt x="645159" y="59690"/>
                  </a:lnTo>
                  <a:close/>
                </a:path>
                <a:path w="715009" h="200660">
                  <a:moveTo>
                    <a:pt x="688086" y="158242"/>
                  </a:moveTo>
                  <a:lnTo>
                    <a:pt x="680251" y="164742"/>
                  </a:lnTo>
                  <a:lnTo>
                    <a:pt x="671417" y="169386"/>
                  </a:lnTo>
                  <a:lnTo>
                    <a:pt x="661582" y="172172"/>
                  </a:lnTo>
                  <a:lnTo>
                    <a:pt x="650748" y="173100"/>
                  </a:lnTo>
                  <a:lnTo>
                    <a:pt x="700944" y="173100"/>
                  </a:lnTo>
                  <a:lnTo>
                    <a:pt x="688086" y="158242"/>
                  </a:lnTo>
                  <a:close/>
                </a:path>
                <a:path w="715009" h="200660">
                  <a:moveTo>
                    <a:pt x="700443" y="85471"/>
                  </a:moveTo>
                  <a:lnTo>
                    <a:pt x="645159" y="85471"/>
                  </a:lnTo>
                  <a:lnTo>
                    <a:pt x="654112" y="86155"/>
                  </a:lnTo>
                  <a:lnTo>
                    <a:pt x="653100" y="86155"/>
                  </a:lnTo>
                  <a:lnTo>
                    <a:pt x="682336" y="111634"/>
                  </a:lnTo>
                  <a:lnTo>
                    <a:pt x="683895" y="118872"/>
                  </a:lnTo>
                  <a:lnTo>
                    <a:pt x="713686" y="118872"/>
                  </a:lnTo>
                  <a:lnTo>
                    <a:pt x="700985" y="86155"/>
                  </a:lnTo>
                  <a:lnTo>
                    <a:pt x="700443" y="85471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37" name="object 37" descr="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1311255" y="6213728"/>
            <a:ext cx="3763137" cy="248412"/>
          </a:xfrm>
          <a:prstGeom prst="rect">
            <a:avLst/>
          </a:prstGeom>
        </p:spPr>
      </p:pic>
      <p:grpSp>
        <p:nvGrpSpPr>
          <p:cNvPr id="38" name="object 38" descr=""/>
          <p:cNvGrpSpPr/>
          <p:nvPr/>
        </p:nvGrpSpPr>
        <p:grpSpPr>
          <a:xfrm>
            <a:off x="4374007" y="4029011"/>
            <a:ext cx="3148330" cy="538480"/>
            <a:chOff x="4374007" y="4029011"/>
            <a:chExt cx="3148330" cy="538480"/>
          </a:xfrm>
        </p:grpSpPr>
        <p:pic>
          <p:nvPicPr>
            <p:cNvPr id="39" name="object 39" descr="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374007" y="4158614"/>
              <a:ext cx="2052827" cy="240792"/>
            </a:xfrm>
            <a:prstGeom prst="rect">
              <a:avLst/>
            </a:prstGeom>
          </p:spPr>
        </p:pic>
        <p:pic>
          <p:nvPicPr>
            <p:cNvPr id="40" name="object 40" descr="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343650" y="4029011"/>
              <a:ext cx="500062" cy="538162"/>
            </a:xfrm>
            <a:prstGeom prst="rect">
              <a:avLst/>
            </a:prstGeom>
          </p:spPr>
        </p:pic>
        <p:sp>
          <p:nvSpPr>
            <p:cNvPr id="41" name="object 41" descr=""/>
            <p:cNvSpPr/>
            <p:nvPr/>
          </p:nvSpPr>
          <p:spPr>
            <a:xfrm>
              <a:off x="6789547" y="4169409"/>
              <a:ext cx="131445" cy="180340"/>
            </a:xfrm>
            <a:custGeom>
              <a:avLst/>
              <a:gdLst/>
              <a:ahLst/>
              <a:cxnLst/>
              <a:rect l="l" t="t" r="r" b="b"/>
              <a:pathLst>
                <a:path w="131445" h="180339">
                  <a:moveTo>
                    <a:pt x="131318" y="0"/>
                  </a:moveTo>
                  <a:lnTo>
                    <a:pt x="0" y="0"/>
                  </a:lnTo>
                  <a:lnTo>
                    <a:pt x="0" y="27940"/>
                  </a:lnTo>
                  <a:lnTo>
                    <a:pt x="0" y="82550"/>
                  </a:lnTo>
                  <a:lnTo>
                    <a:pt x="0" y="111760"/>
                  </a:lnTo>
                  <a:lnTo>
                    <a:pt x="0" y="180340"/>
                  </a:lnTo>
                  <a:lnTo>
                    <a:pt x="33401" y="180340"/>
                  </a:lnTo>
                  <a:lnTo>
                    <a:pt x="33401" y="111760"/>
                  </a:lnTo>
                  <a:lnTo>
                    <a:pt x="120269" y="111760"/>
                  </a:lnTo>
                  <a:lnTo>
                    <a:pt x="120269" y="82550"/>
                  </a:lnTo>
                  <a:lnTo>
                    <a:pt x="33401" y="82550"/>
                  </a:lnTo>
                  <a:lnTo>
                    <a:pt x="33401" y="27940"/>
                  </a:lnTo>
                  <a:lnTo>
                    <a:pt x="131318" y="27940"/>
                  </a:lnTo>
                  <a:lnTo>
                    <a:pt x="131318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2" name="object 42" descr="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838950" y="4029011"/>
              <a:ext cx="509587" cy="538162"/>
            </a:xfrm>
            <a:prstGeom prst="rect">
              <a:avLst/>
            </a:prstGeom>
          </p:spPr>
        </p:pic>
        <p:pic>
          <p:nvPicPr>
            <p:cNvPr id="43" name="object 43" descr="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288022" y="4158614"/>
              <a:ext cx="233933" cy="240792"/>
            </a:xfrm>
            <a:prstGeom prst="rect">
              <a:avLst/>
            </a:prstGeom>
          </p:spPr>
        </p:pic>
      </p:grpSp>
      <p:grpSp>
        <p:nvGrpSpPr>
          <p:cNvPr id="44" name="object 44" descr=""/>
          <p:cNvGrpSpPr/>
          <p:nvPr/>
        </p:nvGrpSpPr>
        <p:grpSpPr>
          <a:xfrm>
            <a:off x="4397121" y="5943536"/>
            <a:ext cx="2273935" cy="538480"/>
            <a:chOff x="4397121" y="5943536"/>
            <a:chExt cx="2273935" cy="538480"/>
          </a:xfrm>
        </p:grpSpPr>
        <p:pic>
          <p:nvPicPr>
            <p:cNvPr id="45" name="object 45" descr="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397121" y="6079870"/>
              <a:ext cx="150749" cy="180086"/>
            </a:xfrm>
            <a:prstGeom prst="rect">
              <a:avLst/>
            </a:prstGeom>
          </p:spPr>
        </p:pic>
        <p:sp>
          <p:nvSpPr>
            <p:cNvPr id="46" name="object 46" descr=""/>
            <p:cNvSpPr/>
            <p:nvPr/>
          </p:nvSpPr>
          <p:spPr>
            <a:xfrm>
              <a:off x="4566920" y="6069075"/>
              <a:ext cx="919480" cy="242570"/>
            </a:xfrm>
            <a:custGeom>
              <a:avLst/>
              <a:gdLst/>
              <a:ahLst/>
              <a:cxnLst/>
              <a:rect l="l" t="t" r="r" b="b"/>
              <a:pathLst>
                <a:path w="919479" h="242570">
                  <a:moveTo>
                    <a:pt x="70992" y="51943"/>
                  </a:moveTo>
                  <a:lnTo>
                    <a:pt x="26751" y="65887"/>
                  </a:lnTo>
                  <a:lnTo>
                    <a:pt x="2270" y="103124"/>
                  </a:lnTo>
                  <a:lnTo>
                    <a:pt x="0" y="122174"/>
                  </a:lnTo>
                  <a:lnTo>
                    <a:pt x="575" y="132083"/>
                  </a:lnTo>
                  <a:lnTo>
                    <a:pt x="20716" y="172894"/>
                  </a:lnTo>
                  <a:lnTo>
                    <a:pt x="64837" y="192089"/>
                  </a:lnTo>
                  <a:lnTo>
                    <a:pt x="75818" y="192659"/>
                  </a:lnTo>
                  <a:lnTo>
                    <a:pt x="84460" y="192301"/>
                  </a:lnTo>
                  <a:lnTo>
                    <a:pt x="120618" y="180006"/>
                  </a:lnTo>
                  <a:lnTo>
                    <a:pt x="131063" y="170307"/>
                  </a:lnTo>
                  <a:lnTo>
                    <a:pt x="126777" y="165353"/>
                  </a:lnTo>
                  <a:lnTo>
                    <a:pt x="76580" y="165353"/>
                  </a:lnTo>
                  <a:lnTo>
                    <a:pt x="68079" y="164804"/>
                  </a:lnTo>
                  <a:lnTo>
                    <a:pt x="34111" y="139676"/>
                  </a:lnTo>
                  <a:lnTo>
                    <a:pt x="32130" y="132461"/>
                  </a:lnTo>
                  <a:lnTo>
                    <a:pt x="139826" y="132461"/>
                  </a:lnTo>
                  <a:lnTo>
                    <a:pt x="140207" y="128397"/>
                  </a:lnTo>
                  <a:lnTo>
                    <a:pt x="140294" y="122174"/>
                  </a:lnTo>
                  <a:lnTo>
                    <a:pt x="139785" y="112692"/>
                  </a:lnTo>
                  <a:lnTo>
                    <a:pt x="139514" y="111125"/>
                  </a:lnTo>
                  <a:lnTo>
                    <a:pt x="31876" y="111125"/>
                  </a:lnTo>
                  <a:lnTo>
                    <a:pt x="33510" y="104032"/>
                  </a:lnTo>
                  <a:lnTo>
                    <a:pt x="33543" y="103887"/>
                  </a:lnTo>
                  <a:lnTo>
                    <a:pt x="36171" y="97631"/>
                  </a:lnTo>
                  <a:lnTo>
                    <a:pt x="36258" y="97424"/>
                  </a:lnTo>
                  <a:lnTo>
                    <a:pt x="63113" y="78408"/>
                  </a:lnTo>
                  <a:lnTo>
                    <a:pt x="62095" y="78408"/>
                  </a:lnTo>
                  <a:lnTo>
                    <a:pt x="70992" y="77724"/>
                  </a:lnTo>
                  <a:lnTo>
                    <a:pt x="126225" y="77724"/>
                  </a:lnTo>
                  <a:lnTo>
                    <a:pt x="120888" y="71516"/>
                  </a:lnTo>
                  <a:lnTo>
                    <a:pt x="114282" y="65740"/>
                  </a:lnTo>
                  <a:lnTo>
                    <a:pt x="107000" y="60960"/>
                  </a:lnTo>
                  <a:lnTo>
                    <a:pt x="98863" y="57032"/>
                  </a:lnTo>
                  <a:lnTo>
                    <a:pt x="90146" y="54213"/>
                  </a:lnTo>
                  <a:lnTo>
                    <a:pt x="90300" y="54213"/>
                  </a:lnTo>
                  <a:lnTo>
                    <a:pt x="80842" y="52512"/>
                  </a:lnTo>
                  <a:lnTo>
                    <a:pt x="81083" y="52512"/>
                  </a:lnTo>
                  <a:lnTo>
                    <a:pt x="70992" y="51943"/>
                  </a:lnTo>
                  <a:close/>
                </a:path>
                <a:path w="919479" h="242570">
                  <a:moveTo>
                    <a:pt x="113918" y="150495"/>
                  </a:moveTo>
                  <a:lnTo>
                    <a:pt x="106084" y="156995"/>
                  </a:lnTo>
                  <a:lnTo>
                    <a:pt x="97250" y="161639"/>
                  </a:lnTo>
                  <a:lnTo>
                    <a:pt x="87415" y="164425"/>
                  </a:lnTo>
                  <a:lnTo>
                    <a:pt x="76580" y="165353"/>
                  </a:lnTo>
                  <a:lnTo>
                    <a:pt x="126777" y="165353"/>
                  </a:lnTo>
                  <a:lnTo>
                    <a:pt x="113918" y="150495"/>
                  </a:lnTo>
                  <a:close/>
                </a:path>
                <a:path w="919479" h="242570">
                  <a:moveTo>
                    <a:pt x="126225" y="77724"/>
                  </a:moveTo>
                  <a:lnTo>
                    <a:pt x="70992" y="77724"/>
                  </a:lnTo>
                  <a:lnTo>
                    <a:pt x="79945" y="78408"/>
                  </a:lnTo>
                  <a:lnTo>
                    <a:pt x="78933" y="78408"/>
                  </a:lnTo>
                  <a:lnTo>
                    <a:pt x="108097" y="103887"/>
                  </a:lnTo>
                  <a:lnTo>
                    <a:pt x="109727" y="111125"/>
                  </a:lnTo>
                  <a:lnTo>
                    <a:pt x="139514" y="111125"/>
                  </a:lnTo>
                  <a:lnTo>
                    <a:pt x="126762" y="78408"/>
                  </a:lnTo>
                  <a:lnTo>
                    <a:pt x="126225" y="77724"/>
                  </a:lnTo>
                  <a:close/>
                </a:path>
                <a:path w="919479" h="242570">
                  <a:moveTo>
                    <a:pt x="169799" y="152781"/>
                  </a:moveTo>
                  <a:lnTo>
                    <a:pt x="157479" y="177164"/>
                  </a:lnTo>
                  <a:lnTo>
                    <a:pt x="162647" y="180355"/>
                  </a:lnTo>
                  <a:lnTo>
                    <a:pt x="168624" y="183261"/>
                  </a:lnTo>
                  <a:lnTo>
                    <a:pt x="207313" y="192375"/>
                  </a:lnTo>
                  <a:lnTo>
                    <a:pt x="215645" y="192659"/>
                  </a:lnTo>
                  <a:lnTo>
                    <a:pt x="229286" y="191924"/>
                  </a:lnTo>
                  <a:lnTo>
                    <a:pt x="268446" y="174815"/>
                  </a:lnTo>
                  <a:lnTo>
                    <a:pt x="274147" y="166370"/>
                  </a:lnTo>
                  <a:lnTo>
                    <a:pt x="217677" y="166370"/>
                  </a:lnTo>
                  <a:lnTo>
                    <a:pt x="211367" y="166133"/>
                  </a:lnTo>
                  <a:lnTo>
                    <a:pt x="176021" y="156845"/>
                  </a:lnTo>
                  <a:lnTo>
                    <a:pt x="169799" y="152781"/>
                  </a:lnTo>
                  <a:close/>
                </a:path>
                <a:path w="919479" h="242570">
                  <a:moveTo>
                    <a:pt x="221995" y="51943"/>
                  </a:moveTo>
                  <a:lnTo>
                    <a:pt x="207286" y="52768"/>
                  </a:lnTo>
                  <a:lnTo>
                    <a:pt x="208401" y="52768"/>
                  </a:lnTo>
                  <a:lnTo>
                    <a:pt x="197151" y="54879"/>
                  </a:lnTo>
                  <a:lnTo>
                    <a:pt x="165703" y="77342"/>
                  </a:lnTo>
                  <a:lnTo>
                    <a:pt x="161670" y="94869"/>
                  </a:lnTo>
                  <a:lnTo>
                    <a:pt x="161670" y="104901"/>
                  </a:lnTo>
                  <a:lnTo>
                    <a:pt x="193696" y="131512"/>
                  </a:lnTo>
                  <a:lnTo>
                    <a:pt x="226440" y="137540"/>
                  </a:lnTo>
                  <a:lnTo>
                    <a:pt x="234314" y="139319"/>
                  </a:lnTo>
                  <a:lnTo>
                    <a:pt x="239140" y="141224"/>
                  </a:lnTo>
                  <a:lnTo>
                    <a:pt x="244093" y="143128"/>
                  </a:lnTo>
                  <a:lnTo>
                    <a:pt x="246506" y="146431"/>
                  </a:lnTo>
                  <a:lnTo>
                    <a:pt x="246506" y="151257"/>
                  </a:lnTo>
                  <a:lnTo>
                    <a:pt x="244699" y="157851"/>
                  </a:lnTo>
                  <a:lnTo>
                    <a:pt x="239156" y="162687"/>
                  </a:lnTo>
                  <a:lnTo>
                    <a:pt x="238931" y="162687"/>
                  </a:lnTo>
                  <a:lnTo>
                    <a:pt x="230228" y="165433"/>
                  </a:lnTo>
                  <a:lnTo>
                    <a:pt x="217677" y="166370"/>
                  </a:lnTo>
                  <a:lnTo>
                    <a:pt x="274147" y="166370"/>
                  </a:lnTo>
                  <a:lnTo>
                    <a:pt x="276828" y="159385"/>
                  </a:lnTo>
                  <a:lnTo>
                    <a:pt x="277759" y="151257"/>
                  </a:lnTo>
                  <a:lnTo>
                    <a:pt x="277875" y="140462"/>
                  </a:lnTo>
                  <a:lnTo>
                    <a:pt x="275399" y="133032"/>
                  </a:lnTo>
                  <a:lnTo>
                    <a:pt x="275335" y="132841"/>
                  </a:lnTo>
                  <a:lnTo>
                    <a:pt x="240109" y="113093"/>
                  </a:lnTo>
                  <a:lnTo>
                    <a:pt x="214121" y="108458"/>
                  </a:lnTo>
                  <a:lnTo>
                    <a:pt x="206120" y="106425"/>
                  </a:lnTo>
                  <a:lnTo>
                    <a:pt x="195579" y="102108"/>
                  </a:lnTo>
                  <a:lnTo>
                    <a:pt x="193039" y="98551"/>
                  </a:lnTo>
                  <a:lnTo>
                    <a:pt x="193039" y="88773"/>
                  </a:lnTo>
                  <a:lnTo>
                    <a:pt x="195452" y="84962"/>
                  </a:lnTo>
                  <a:lnTo>
                    <a:pt x="200278" y="82169"/>
                  </a:lnTo>
                  <a:lnTo>
                    <a:pt x="205231" y="79375"/>
                  </a:lnTo>
                  <a:lnTo>
                    <a:pt x="212343" y="77977"/>
                  </a:lnTo>
                  <a:lnTo>
                    <a:pt x="266282" y="77977"/>
                  </a:lnTo>
                  <a:lnTo>
                    <a:pt x="273430" y="63753"/>
                  </a:lnTo>
                  <a:lnTo>
                    <a:pt x="236204" y="52768"/>
                  </a:lnTo>
                  <a:lnTo>
                    <a:pt x="229117" y="52153"/>
                  </a:lnTo>
                  <a:lnTo>
                    <a:pt x="221995" y="51943"/>
                  </a:lnTo>
                  <a:close/>
                </a:path>
                <a:path w="919479" h="242570">
                  <a:moveTo>
                    <a:pt x="266282" y="77977"/>
                  </a:moveTo>
                  <a:lnTo>
                    <a:pt x="221741" y="77977"/>
                  </a:lnTo>
                  <a:lnTo>
                    <a:pt x="232411" y="78620"/>
                  </a:lnTo>
                  <a:lnTo>
                    <a:pt x="242522" y="80549"/>
                  </a:lnTo>
                  <a:lnTo>
                    <a:pt x="252085" y="83764"/>
                  </a:lnTo>
                  <a:lnTo>
                    <a:pt x="261112" y="88264"/>
                  </a:lnTo>
                  <a:lnTo>
                    <a:pt x="266282" y="77977"/>
                  </a:lnTo>
                  <a:close/>
                </a:path>
                <a:path w="919479" h="242570">
                  <a:moveTo>
                    <a:pt x="358775" y="51943"/>
                  </a:moveTo>
                  <a:lnTo>
                    <a:pt x="321182" y="60960"/>
                  </a:lnTo>
                  <a:lnTo>
                    <a:pt x="291000" y="94116"/>
                  </a:lnTo>
                  <a:lnTo>
                    <a:pt x="285750" y="122174"/>
                  </a:lnTo>
                  <a:lnTo>
                    <a:pt x="286282" y="131339"/>
                  </a:lnTo>
                  <a:lnTo>
                    <a:pt x="286325" y="132083"/>
                  </a:lnTo>
                  <a:lnTo>
                    <a:pt x="288067" y="141446"/>
                  </a:lnTo>
                  <a:lnTo>
                    <a:pt x="291000" y="150284"/>
                  </a:lnTo>
                  <a:lnTo>
                    <a:pt x="295065" y="158456"/>
                  </a:lnTo>
                  <a:lnTo>
                    <a:pt x="295147" y="158623"/>
                  </a:lnTo>
                  <a:lnTo>
                    <a:pt x="329807" y="187569"/>
                  </a:lnTo>
                  <a:lnTo>
                    <a:pt x="358775" y="192659"/>
                  </a:lnTo>
                  <a:lnTo>
                    <a:pt x="369008" y="192089"/>
                  </a:lnTo>
                  <a:lnTo>
                    <a:pt x="411432" y="172894"/>
                  </a:lnTo>
                  <a:lnTo>
                    <a:pt x="418257" y="165100"/>
                  </a:lnTo>
                  <a:lnTo>
                    <a:pt x="358775" y="165100"/>
                  </a:lnTo>
                  <a:lnTo>
                    <a:pt x="350299" y="164361"/>
                  </a:lnTo>
                  <a:lnTo>
                    <a:pt x="320992" y="139588"/>
                  </a:lnTo>
                  <a:lnTo>
                    <a:pt x="318134" y="122174"/>
                  </a:lnTo>
                  <a:lnTo>
                    <a:pt x="318849" y="113008"/>
                  </a:lnTo>
                  <a:lnTo>
                    <a:pt x="342598" y="82200"/>
                  </a:lnTo>
                  <a:lnTo>
                    <a:pt x="358775" y="79248"/>
                  </a:lnTo>
                  <a:lnTo>
                    <a:pt x="418126" y="79248"/>
                  </a:lnTo>
                  <a:lnTo>
                    <a:pt x="417514" y="78355"/>
                  </a:lnTo>
                  <a:lnTo>
                    <a:pt x="378729" y="54213"/>
                  </a:lnTo>
                  <a:lnTo>
                    <a:pt x="369008" y="52512"/>
                  </a:lnTo>
                  <a:lnTo>
                    <a:pt x="358775" y="51943"/>
                  </a:lnTo>
                  <a:close/>
                </a:path>
                <a:path w="919479" h="242570">
                  <a:moveTo>
                    <a:pt x="418126" y="79248"/>
                  </a:moveTo>
                  <a:lnTo>
                    <a:pt x="358775" y="79248"/>
                  </a:lnTo>
                  <a:lnTo>
                    <a:pt x="367252" y="79986"/>
                  </a:lnTo>
                  <a:lnTo>
                    <a:pt x="374967" y="82200"/>
                  </a:lnTo>
                  <a:lnTo>
                    <a:pt x="398934" y="113008"/>
                  </a:lnTo>
                  <a:lnTo>
                    <a:pt x="399668" y="122174"/>
                  </a:lnTo>
                  <a:lnTo>
                    <a:pt x="398934" y="131339"/>
                  </a:lnTo>
                  <a:lnTo>
                    <a:pt x="374967" y="162147"/>
                  </a:lnTo>
                  <a:lnTo>
                    <a:pt x="358775" y="165100"/>
                  </a:lnTo>
                  <a:lnTo>
                    <a:pt x="418257" y="165100"/>
                  </a:lnTo>
                  <a:lnTo>
                    <a:pt x="432053" y="122174"/>
                  </a:lnTo>
                  <a:lnTo>
                    <a:pt x="431505" y="113008"/>
                  </a:lnTo>
                  <a:lnTo>
                    <a:pt x="431460" y="112266"/>
                  </a:lnTo>
                  <a:lnTo>
                    <a:pt x="429688" y="102917"/>
                  </a:lnTo>
                  <a:lnTo>
                    <a:pt x="426749" y="94116"/>
                  </a:lnTo>
                  <a:lnTo>
                    <a:pt x="422675" y="85891"/>
                  </a:lnTo>
                  <a:lnTo>
                    <a:pt x="418126" y="79248"/>
                  </a:lnTo>
                  <a:close/>
                </a:path>
                <a:path w="919479" h="242570">
                  <a:moveTo>
                    <a:pt x="597662" y="0"/>
                  </a:moveTo>
                  <a:lnTo>
                    <a:pt x="567054" y="0"/>
                  </a:lnTo>
                  <a:lnTo>
                    <a:pt x="559887" y="12096"/>
                  </a:lnTo>
                  <a:lnTo>
                    <a:pt x="543813" y="54101"/>
                  </a:lnTo>
                  <a:lnTo>
                    <a:pt x="536188" y="103036"/>
                  </a:lnTo>
                  <a:lnTo>
                    <a:pt x="535685" y="120396"/>
                  </a:lnTo>
                  <a:lnTo>
                    <a:pt x="536166" y="136973"/>
                  </a:lnTo>
                  <a:lnTo>
                    <a:pt x="536188" y="137733"/>
                  </a:lnTo>
                  <a:lnTo>
                    <a:pt x="543813" y="186436"/>
                  </a:lnTo>
                  <a:lnTo>
                    <a:pt x="559887" y="228548"/>
                  </a:lnTo>
                  <a:lnTo>
                    <a:pt x="567054" y="240664"/>
                  </a:lnTo>
                  <a:lnTo>
                    <a:pt x="597662" y="240664"/>
                  </a:lnTo>
                  <a:lnTo>
                    <a:pt x="590301" y="226734"/>
                  </a:lnTo>
                  <a:lnTo>
                    <a:pt x="584025" y="212566"/>
                  </a:lnTo>
                  <a:lnTo>
                    <a:pt x="571434" y="168509"/>
                  </a:lnTo>
                  <a:lnTo>
                    <a:pt x="567308" y="120396"/>
                  </a:lnTo>
                  <a:lnTo>
                    <a:pt x="567763" y="103800"/>
                  </a:lnTo>
                  <a:lnTo>
                    <a:pt x="574675" y="57276"/>
                  </a:lnTo>
                  <a:lnTo>
                    <a:pt x="590301" y="14003"/>
                  </a:lnTo>
                  <a:lnTo>
                    <a:pt x="597662" y="0"/>
                  </a:lnTo>
                  <a:close/>
                </a:path>
                <a:path w="919479" h="242570">
                  <a:moveTo>
                    <a:pt x="653033" y="0"/>
                  </a:moveTo>
                  <a:lnTo>
                    <a:pt x="620902" y="0"/>
                  </a:lnTo>
                  <a:lnTo>
                    <a:pt x="620902" y="190881"/>
                  </a:lnTo>
                  <a:lnTo>
                    <a:pt x="653033" y="190881"/>
                  </a:lnTo>
                  <a:lnTo>
                    <a:pt x="653033" y="154559"/>
                  </a:lnTo>
                  <a:lnTo>
                    <a:pt x="676909" y="131952"/>
                  </a:lnTo>
                  <a:lnTo>
                    <a:pt x="717202" y="131952"/>
                  </a:lnTo>
                  <a:lnTo>
                    <a:pt x="703989" y="115188"/>
                  </a:lnTo>
                  <a:lnTo>
                    <a:pt x="653033" y="115188"/>
                  </a:lnTo>
                  <a:lnTo>
                    <a:pt x="653033" y="0"/>
                  </a:lnTo>
                  <a:close/>
                </a:path>
                <a:path w="919479" h="242570">
                  <a:moveTo>
                    <a:pt x="717202" y="131952"/>
                  </a:moveTo>
                  <a:lnTo>
                    <a:pt x="676909" y="131952"/>
                  </a:lnTo>
                  <a:lnTo>
                    <a:pt x="724534" y="190881"/>
                  </a:lnTo>
                  <a:lnTo>
                    <a:pt x="763651" y="190881"/>
                  </a:lnTo>
                  <a:lnTo>
                    <a:pt x="717202" y="131952"/>
                  </a:lnTo>
                  <a:close/>
                </a:path>
                <a:path w="919479" h="242570">
                  <a:moveTo>
                    <a:pt x="758189" y="53466"/>
                  </a:moveTo>
                  <a:lnTo>
                    <a:pt x="719581" y="53466"/>
                  </a:lnTo>
                  <a:lnTo>
                    <a:pt x="653033" y="115188"/>
                  </a:lnTo>
                  <a:lnTo>
                    <a:pt x="703989" y="115188"/>
                  </a:lnTo>
                  <a:lnTo>
                    <a:pt x="700785" y="111125"/>
                  </a:lnTo>
                  <a:lnTo>
                    <a:pt x="758189" y="53466"/>
                  </a:lnTo>
                  <a:close/>
                </a:path>
                <a:path w="919479" h="242570">
                  <a:moveTo>
                    <a:pt x="792606" y="198754"/>
                  </a:moveTo>
                  <a:lnTo>
                    <a:pt x="778128" y="223012"/>
                  </a:lnTo>
                  <a:lnTo>
                    <a:pt x="784320" y="227488"/>
                  </a:lnTo>
                  <a:lnTo>
                    <a:pt x="791273" y="231394"/>
                  </a:lnTo>
                  <a:lnTo>
                    <a:pt x="835273" y="242258"/>
                  </a:lnTo>
                  <a:lnTo>
                    <a:pt x="845057" y="242570"/>
                  </a:lnTo>
                  <a:lnTo>
                    <a:pt x="877468" y="238025"/>
                  </a:lnTo>
                  <a:lnTo>
                    <a:pt x="900604" y="224409"/>
                  </a:lnTo>
                  <a:lnTo>
                    <a:pt x="906201" y="215264"/>
                  </a:lnTo>
                  <a:lnTo>
                    <a:pt x="843279" y="215264"/>
                  </a:lnTo>
                  <a:lnTo>
                    <a:pt x="836181" y="214981"/>
                  </a:lnTo>
                  <a:lnTo>
                    <a:pt x="797391" y="202354"/>
                  </a:lnTo>
                  <a:lnTo>
                    <a:pt x="792606" y="198754"/>
                  </a:lnTo>
                  <a:close/>
                </a:path>
                <a:path w="919479" h="242570">
                  <a:moveTo>
                    <a:pt x="919099" y="166370"/>
                  </a:moveTo>
                  <a:lnTo>
                    <a:pt x="886967" y="166370"/>
                  </a:lnTo>
                  <a:lnTo>
                    <a:pt x="886967" y="173609"/>
                  </a:lnTo>
                  <a:lnTo>
                    <a:pt x="886397" y="182086"/>
                  </a:lnTo>
                  <a:lnTo>
                    <a:pt x="862555" y="212746"/>
                  </a:lnTo>
                  <a:lnTo>
                    <a:pt x="843279" y="215264"/>
                  </a:lnTo>
                  <a:lnTo>
                    <a:pt x="906201" y="215264"/>
                  </a:lnTo>
                  <a:lnTo>
                    <a:pt x="914477" y="201743"/>
                  </a:lnTo>
                  <a:lnTo>
                    <a:pt x="919099" y="170052"/>
                  </a:lnTo>
                  <a:lnTo>
                    <a:pt x="919099" y="166370"/>
                  </a:lnTo>
                  <a:close/>
                </a:path>
                <a:path w="919479" h="242570">
                  <a:moveTo>
                    <a:pt x="840866" y="51943"/>
                  </a:moveTo>
                  <a:lnTo>
                    <a:pt x="798062" y="64722"/>
                  </a:lnTo>
                  <a:lnTo>
                    <a:pt x="773795" y="99631"/>
                  </a:lnTo>
                  <a:lnTo>
                    <a:pt x="771525" y="118110"/>
                  </a:lnTo>
                  <a:lnTo>
                    <a:pt x="772023" y="126392"/>
                  </a:lnTo>
                  <a:lnTo>
                    <a:pt x="791384" y="166242"/>
                  </a:lnTo>
                  <a:lnTo>
                    <a:pt x="831367" y="184134"/>
                  </a:lnTo>
                  <a:lnTo>
                    <a:pt x="840866" y="184658"/>
                  </a:lnTo>
                  <a:lnTo>
                    <a:pt x="847846" y="184372"/>
                  </a:lnTo>
                  <a:lnTo>
                    <a:pt x="886967" y="166370"/>
                  </a:lnTo>
                  <a:lnTo>
                    <a:pt x="919099" y="166370"/>
                  </a:lnTo>
                  <a:lnTo>
                    <a:pt x="919099" y="157352"/>
                  </a:lnTo>
                  <a:lnTo>
                    <a:pt x="845819" y="157352"/>
                  </a:lnTo>
                  <a:lnTo>
                    <a:pt x="836989" y="156682"/>
                  </a:lnTo>
                  <a:lnTo>
                    <a:pt x="804628" y="126392"/>
                  </a:lnTo>
                  <a:lnTo>
                    <a:pt x="803909" y="118110"/>
                  </a:lnTo>
                  <a:lnTo>
                    <a:pt x="804628" y="109866"/>
                  </a:lnTo>
                  <a:lnTo>
                    <a:pt x="836989" y="79916"/>
                  </a:lnTo>
                  <a:lnTo>
                    <a:pt x="845819" y="79248"/>
                  </a:lnTo>
                  <a:lnTo>
                    <a:pt x="919099" y="79248"/>
                  </a:lnTo>
                  <a:lnTo>
                    <a:pt x="919099" y="71754"/>
                  </a:lnTo>
                  <a:lnTo>
                    <a:pt x="888491" y="71754"/>
                  </a:lnTo>
                  <a:lnTo>
                    <a:pt x="883030" y="65024"/>
                  </a:lnTo>
                  <a:lnTo>
                    <a:pt x="876348" y="60198"/>
                  </a:lnTo>
                  <a:lnTo>
                    <a:pt x="876498" y="60198"/>
                  </a:lnTo>
                  <a:lnTo>
                    <a:pt x="868044" y="56896"/>
                  </a:lnTo>
                  <a:lnTo>
                    <a:pt x="861780" y="54729"/>
                  </a:lnTo>
                  <a:lnTo>
                    <a:pt x="855170" y="53181"/>
                  </a:lnTo>
                  <a:lnTo>
                    <a:pt x="848203" y="52252"/>
                  </a:lnTo>
                  <a:lnTo>
                    <a:pt x="840866" y="51943"/>
                  </a:lnTo>
                  <a:close/>
                </a:path>
                <a:path w="919479" h="242570">
                  <a:moveTo>
                    <a:pt x="919099" y="79248"/>
                  </a:moveTo>
                  <a:lnTo>
                    <a:pt x="845819" y="79248"/>
                  </a:lnTo>
                  <a:lnTo>
                    <a:pt x="854539" y="79916"/>
                  </a:lnTo>
                  <a:lnTo>
                    <a:pt x="862425" y="81930"/>
                  </a:lnTo>
                  <a:lnTo>
                    <a:pt x="887476" y="118110"/>
                  </a:lnTo>
                  <a:lnTo>
                    <a:pt x="886739" y="126392"/>
                  </a:lnTo>
                  <a:lnTo>
                    <a:pt x="854539" y="156682"/>
                  </a:lnTo>
                  <a:lnTo>
                    <a:pt x="845819" y="157352"/>
                  </a:lnTo>
                  <a:lnTo>
                    <a:pt x="919099" y="157352"/>
                  </a:lnTo>
                  <a:lnTo>
                    <a:pt x="919099" y="79248"/>
                  </a:lnTo>
                  <a:close/>
                </a:path>
                <a:path w="919479" h="242570">
                  <a:moveTo>
                    <a:pt x="919099" y="53466"/>
                  </a:moveTo>
                  <a:lnTo>
                    <a:pt x="888491" y="53466"/>
                  </a:lnTo>
                  <a:lnTo>
                    <a:pt x="888491" y="71754"/>
                  </a:lnTo>
                  <a:lnTo>
                    <a:pt x="919099" y="71754"/>
                  </a:lnTo>
                  <a:lnTo>
                    <a:pt x="919099" y="53466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7" name="object 47" descr="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19725" y="5943536"/>
              <a:ext cx="509587" cy="538162"/>
            </a:xfrm>
            <a:prstGeom prst="rect">
              <a:avLst/>
            </a:prstGeom>
          </p:spPr>
        </p:pic>
        <p:pic>
          <p:nvPicPr>
            <p:cNvPr id="48" name="object 48" descr="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852795" y="6121018"/>
              <a:ext cx="147574" cy="190626"/>
            </a:xfrm>
            <a:prstGeom prst="rect">
              <a:avLst/>
            </a:prstGeom>
          </p:spPr>
        </p:pic>
        <p:pic>
          <p:nvPicPr>
            <p:cNvPr id="49" name="object 49" descr="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934075" y="5943536"/>
              <a:ext cx="500062" cy="538162"/>
            </a:xfrm>
            <a:prstGeom prst="rect">
              <a:avLst/>
            </a:prstGeom>
          </p:spPr>
        </p:pic>
        <p:sp>
          <p:nvSpPr>
            <p:cNvPr id="50" name="object 50" descr=""/>
            <p:cNvSpPr/>
            <p:nvPr/>
          </p:nvSpPr>
          <p:spPr>
            <a:xfrm>
              <a:off x="6376797" y="6069075"/>
              <a:ext cx="294640" cy="240665"/>
            </a:xfrm>
            <a:custGeom>
              <a:avLst/>
              <a:gdLst/>
              <a:ahLst/>
              <a:cxnLst/>
              <a:rect l="l" t="t" r="r" b="b"/>
              <a:pathLst>
                <a:path w="294640" h="240664">
                  <a:moveTo>
                    <a:pt x="32130" y="0"/>
                  </a:moveTo>
                  <a:lnTo>
                    <a:pt x="0" y="0"/>
                  </a:lnTo>
                  <a:lnTo>
                    <a:pt x="0" y="190881"/>
                  </a:lnTo>
                  <a:lnTo>
                    <a:pt x="32130" y="190881"/>
                  </a:lnTo>
                  <a:lnTo>
                    <a:pt x="32130" y="0"/>
                  </a:lnTo>
                  <a:close/>
                </a:path>
                <a:path w="294640" h="240664">
                  <a:moveTo>
                    <a:pt x="202520" y="173100"/>
                  </a:moveTo>
                  <a:lnTo>
                    <a:pt x="106806" y="173100"/>
                  </a:lnTo>
                  <a:lnTo>
                    <a:pt x="112140" y="179577"/>
                  </a:lnTo>
                  <a:lnTo>
                    <a:pt x="152400" y="192659"/>
                  </a:lnTo>
                  <a:lnTo>
                    <a:pt x="162139" y="192111"/>
                  </a:lnTo>
                  <a:lnTo>
                    <a:pt x="202326" y="173323"/>
                  </a:lnTo>
                  <a:lnTo>
                    <a:pt x="202520" y="173100"/>
                  </a:lnTo>
                  <a:close/>
                </a:path>
                <a:path w="294640" h="240664">
                  <a:moveTo>
                    <a:pt x="108330" y="0"/>
                  </a:moveTo>
                  <a:lnTo>
                    <a:pt x="76200" y="0"/>
                  </a:lnTo>
                  <a:lnTo>
                    <a:pt x="76200" y="190881"/>
                  </a:lnTo>
                  <a:lnTo>
                    <a:pt x="106806" y="190881"/>
                  </a:lnTo>
                  <a:lnTo>
                    <a:pt x="106806" y="173100"/>
                  </a:lnTo>
                  <a:lnTo>
                    <a:pt x="202520" y="173100"/>
                  </a:lnTo>
                  <a:lnTo>
                    <a:pt x="208127" y="166679"/>
                  </a:lnTo>
                  <a:lnTo>
                    <a:pt x="209169" y="165100"/>
                  </a:lnTo>
                  <a:lnTo>
                    <a:pt x="141097" y="165100"/>
                  </a:lnTo>
                  <a:lnTo>
                    <a:pt x="134111" y="163322"/>
                  </a:lnTo>
                  <a:lnTo>
                    <a:pt x="127888" y="159893"/>
                  </a:lnTo>
                  <a:lnTo>
                    <a:pt x="121792" y="156337"/>
                  </a:lnTo>
                  <a:lnTo>
                    <a:pt x="116839" y="151257"/>
                  </a:lnTo>
                  <a:lnTo>
                    <a:pt x="113283" y="144779"/>
                  </a:lnTo>
                  <a:lnTo>
                    <a:pt x="109600" y="138302"/>
                  </a:lnTo>
                  <a:lnTo>
                    <a:pt x="107823" y="130683"/>
                  </a:lnTo>
                  <a:lnTo>
                    <a:pt x="107948" y="113008"/>
                  </a:lnTo>
                  <a:lnTo>
                    <a:pt x="109600" y="106045"/>
                  </a:lnTo>
                  <a:lnTo>
                    <a:pt x="113283" y="99568"/>
                  </a:lnTo>
                  <a:lnTo>
                    <a:pt x="116839" y="92963"/>
                  </a:lnTo>
                  <a:lnTo>
                    <a:pt x="121792" y="88011"/>
                  </a:lnTo>
                  <a:lnTo>
                    <a:pt x="127888" y="84454"/>
                  </a:lnTo>
                  <a:lnTo>
                    <a:pt x="134111" y="81025"/>
                  </a:lnTo>
                  <a:lnTo>
                    <a:pt x="141097" y="79248"/>
                  </a:lnTo>
                  <a:lnTo>
                    <a:pt x="209045" y="79248"/>
                  </a:lnTo>
                  <a:lnTo>
                    <a:pt x="208127" y="77868"/>
                  </a:lnTo>
                  <a:lnTo>
                    <a:pt x="202326" y="71262"/>
                  </a:lnTo>
                  <a:lnTo>
                    <a:pt x="201131" y="70231"/>
                  </a:lnTo>
                  <a:lnTo>
                    <a:pt x="108330" y="70231"/>
                  </a:lnTo>
                  <a:lnTo>
                    <a:pt x="108330" y="0"/>
                  </a:lnTo>
                  <a:close/>
                </a:path>
                <a:path w="294640" h="240664">
                  <a:moveTo>
                    <a:pt x="209045" y="79248"/>
                  </a:moveTo>
                  <a:lnTo>
                    <a:pt x="148717" y="79248"/>
                  </a:lnTo>
                  <a:lnTo>
                    <a:pt x="157192" y="79986"/>
                  </a:lnTo>
                  <a:lnTo>
                    <a:pt x="164893" y="82200"/>
                  </a:lnTo>
                  <a:lnTo>
                    <a:pt x="188642" y="113008"/>
                  </a:lnTo>
                  <a:lnTo>
                    <a:pt x="189356" y="122174"/>
                  </a:lnTo>
                  <a:lnTo>
                    <a:pt x="188693" y="130683"/>
                  </a:lnTo>
                  <a:lnTo>
                    <a:pt x="188642" y="131339"/>
                  </a:lnTo>
                  <a:lnTo>
                    <a:pt x="164893" y="162147"/>
                  </a:lnTo>
                  <a:lnTo>
                    <a:pt x="148717" y="165100"/>
                  </a:lnTo>
                  <a:lnTo>
                    <a:pt x="209169" y="165100"/>
                  </a:lnTo>
                  <a:lnTo>
                    <a:pt x="221996" y="122174"/>
                  </a:lnTo>
                  <a:lnTo>
                    <a:pt x="221525" y="113537"/>
                  </a:lnTo>
                  <a:lnTo>
                    <a:pt x="221446" y="112079"/>
                  </a:lnTo>
                  <a:lnTo>
                    <a:pt x="219789" y="102568"/>
                  </a:lnTo>
                  <a:lnTo>
                    <a:pt x="217013" y="93652"/>
                  </a:lnTo>
                  <a:lnTo>
                    <a:pt x="213105" y="85344"/>
                  </a:lnTo>
                  <a:lnTo>
                    <a:pt x="209045" y="79248"/>
                  </a:lnTo>
                  <a:close/>
                </a:path>
                <a:path w="294640" h="240664">
                  <a:moveTo>
                    <a:pt x="152400" y="51943"/>
                  </a:moveTo>
                  <a:lnTo>
                    <a:pt x="143382" y="51943"/>
                  </a:lnTo>
                  <a:lnTo>
                    <a:pt x="135254" y="53466"/>
                  </a:lnTo>
                  <a:lnTo>
                    <a:pt x="127761" y="56641"/>
                  </a:lnTo>
                  <a:lnTo>
                    <a:pt x="120268" y="59689"/>
                  </a:lnTo>
                  <a:lnTo>
                    <a:pt x="113918" y="64262"/>
                  </a:lnTo>
                  <a:lnTo>
                    <a:pt x="108330" y="70231"/>
                  </a:lnTo>
                  <a:lnTo>
                    <a:pt x="201131" y="70231"/>
                  </a:lnTo>
                  <a:lnTo>
                    <a:pt x="162139" y="52490"/>
                  </a:lnTo>
                  <a:lnTo>
                    <a:pt x="152400" y="51943"/>
                  </a:lnTo>
                  <a:close/>
                </a:path>
                <a:path w="294640" h="240664">
                  <a:moveTo>
                    <a:pt x="262889" y="0"/>
                  </a:moveTo>
                  <a:lnTo>
                    <a:pt x="232282" y="0"/>
                  </a:lnTo>
                  <a:lnTo>
                    <a:pt x="239591" y="14005"/>
                  </a:lnTo>
                  <a:lnTo>
                    <a:pt x="245887" y="28225"/>
                  </a:lnTo>
                  <a:lnTo>
                    <a:pt x="258657" y="72407"/>
                  </a:lnTo>
                  <a:lnTo>
                    <a:pt x="262327" y="102889"/>
                  </a:lnTo>
                  <a:lnTo>
                    <a:pt x="262415" y="103891"/>
                  </a:lnTo>
                  <a:lnTo>
                    <a:pt x="262889" y="120396"/>
                  </a:lnTo>
                  <a:lnTo>
                    <a:pt x="262415" y="136846"/>
                  </a:lnTo>
                  <a:lnTo>
                    <a:pt x="261000" y="152844"/>
                  </a:lnTo>
                  <a:lnTo>
                    <a:pt x="251160" y="198052"/>
                  </a:lnTo>
                  <a:lnTo>
                    <a:pt x="232282" y="240664"/>
                  </a:lnTo>
                  <a:lnTo>
                    <a:pt x="262889" y="240664"/>
                  </a:lnTo>
                  <a:lnTo>
                    <a:pt x="281606" y="201517"/>
                  </a:lnTo>
                  <a:lnTo>
                    <a:pt x="292195" y="154670"/>
                  </a:lnTo>
                  <a:lnTo>
                    <a:pt x="294258" y="120396"/>
                  </a:lnTo>
                  <a:lnTo>
                    <a:pt x="293768" y="103891"/>
                  </a:lnTo>
                  <a:lnTo>
                    <a:pt x="286130" y="53848"/>
                  </a:lnTo>
                  <a:lnTo>
                    <a:pt x="269986" y="11949"/>
                  </a:lnTo>
                  <a:lnTo>
                    <a:pt x="262889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1" name="object 51" descr="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2533650" y="7756143"/>
            <a:ext cx="3906520" cy="271018"/>
          </a:xfrm>
          <a:prstGeom prst="rect">
            <a:avLst/>
          </a:prstGeom>
        </p:spPr>
      </p:pic>
      <p:pic>
        <p:nvPicPr>
          <p:cNvPr id="52" name="object 52" descr="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762885" y="8214106"/>
            <a:ext cx="68325" cy="68325"/>
          </a:xfrm>
          <a:prstGeom prst="rect">
            <a:avLst/>
          </a:prstGeom>
        </p:spPr>
      </p:pic>
      <p:pic>
        <p:nvPicPr>
          <p:cNvPr id="53" name="object 53" descr="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2999994" y="8138668"/>
            <a:ext cx="7240270" cy="261365"/>
          </a:xfrm>
          <a:prstGeom prst="rect">
            <a:avLst/>
          </a:prstGeom>
        </p:spPr>
      </p:pic>
      <p:pic>
        <p:nvPicPr>
          <p:cNvPr id="54" name="object 54" descr="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762885" y="8576056"/>
            <a:ext cx="68325" cy="68325"/>
          </a:xfrm>
          <a:prstGeom prst="rect">
            <a:avLst/>
          </a:prstGeom>
        </p:spPr>
      </p:pic>
      <p:pic>
        <p:nvPicPr>
          <p:cNvPr id="55" name="object 55" descr="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3017139" y="8502015"/>
            <a:ext cx="2279650" cy="259969"/>
          </a:xfrm>
          <a:prstGeom prst="rect">
            <a:avLst/>
          </a:prstGeom>
        </p:spPr>
      </p:pic>
      <p:pic>
        <p:nvPicPr>
          <p:cNvPr id="56" name="object 56" descr="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762885" y="8947531"/>
            <a:ext cx="68325" cy="68325"/>
          </a:xfrm>
          <a:prstGeom prst="rect">
            <a:avLst/>
          </a:prstGeom>
        </p:spPr>
      </p:pic>
      <p:pic>
        <p:nvPicPr>
          <p:cNvPr id="57" name="object 57" descr="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3017139" y="8873490"/>
            <a:ext cx="5089525" cy="265747"/>
          </a:xfrm>
          <a:prstGeom prst="rect">
            <a:avLst/>
          </a:prstGeom>
        </p:spPr>
      </p:pic>
      <p:pic>
        <p:nvPicPr>
          <p:cNvPr id="58" name="object 58" descr="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2762885" y="9318980"/>
            <a:ext cx="68325" cy="68389"/>
          </a:xfrm>
          <a:prstGeom prst="rect">
            <a:avLst/>
          </a:prstGeom>
        </p:spPr>
      </p:pic>
      <p:pic>
        <p:nvPicPr>
          <p:cNvPr id="59" name="object 59" descr="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3017139" y="9244990"/>
            <a:ext cx="5641975" cy="206336"/>
          </a:xfrm>
          <a:prstGeom prst="rect">
            <a:avLst/>
          </a:prstGeom>
        </p:spPr>
      </p:pic>
      <p:pic>
        <p:nvPicPr>
          <p:cNvPr id="60" name="object 60" descr=""/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17140046" y="9104756"/>
            <a:ext cx="97536" cy="112776"/>
          </a:xfrm>
          <a:prstGeom prst="rect">
            <a:avLst/>
          </a:prstGeom>
        </p:spPr>
      </p:pic>
      <p:sp>
        <p:nvSpPr>
          <p:cNvPr id="61" name="object 61" descr=""/>
          <p:cNvSpPr/>
          <p:nvPr/>
        </p:nvSpPr>
        <p:spPr>
          <a:xfrm>
            <a:off x="1030224" y="1052322"/>
            <a:ext cx="632460" cy="113030"/>
          </a:xfrm>
          <a:custGeom>
            <a:avLst/>
            <a:gdLst/>
            <a:ahLst/>
            <a:cxnLst/>
            <a:rect l="l" t="t" r="r" b="b"/>
            <a:pathLst>
              <a:path w="632460" h="113030">
                <a:moveTo>
                  <a:pt x="50291" y="16001"/>
                </a:moveTo>
                <a:lnTo>
                  <a:pt x="36575" y="16001"/>
                </a:lnTo>
                <a:lnTo>
                  <a:pt x="36575" y="109727"/>
                </a:lnTo>
                <a:lnTo>
                  <a:pt x="50291" y="109727"/>
                </a:lnTo>
                <a:lnTo>
                  <a:pt x="50291" y="16001"/>
                </a:lnTo>
                <a:close/>
              </a:path>
              <a:path w="632460" h="113030">
                <a:moveTo>
                  <a:pt x="86867" y="3048"/>
                </a:moveTo>
                <a:lnTo>
                  <a:pt x="0" y="3048"/>
                </a:lnTo>
                <a:lnTo>
                  <a:pt x="0" y="16001"/>
                </a:lnTo>
                <a:lnTo>
                  <a:pt x="86867" y="16001"/>
                </a:lnTo>
                <a:lnTo>
                  <a:pt x="86867" y="3048"/>
                </a:lnTo>
                <a:close/>
              </a:path>
              <a:path w="632460" h="113030">
                <a:moveTo>
                  <a:pt x="190119" y="3048"/>
                </a:moveTo>
                <a:lnTo>
                  <a:pt x="115442" y="3048"/>
                </a:lnTo>
                <a:lnTo>
                  <a:pt x="115442" y="109727"/>
                </a:lnTo>
                <a:lnTo>
                  <a:pt x="190119" y="109727"/>
                </a:lnTo>
                <a:lnTo>
                  <a:pt x="190119" y="96774"/>
                </a:lnTo>
                <a:lnTo>
                  <a:pt x="129159" y="96774"/>
                </a:lnTo>
                <a:lnTo>
                  <a:pt x="129159" y="62483"/>
                </a:lnTo>
                <a:lnTo>
                  <a:pt x="178688" y="62483"/>
                </a:lnTo>
                <a:lnTo>
                  <a:pt x="178688" y="49529"/>
                </a:lnTo>
                <a:lnTo>
                  <a:pt x="129159" y="49529"/>
                </a:lnTo>
                <a:lnTo>
                  <a:pt x="129159" y="16001"/>
                </a:lnTo>
                <a:lnTo>
                  <a:pt x="190119" y="16001"/>
                </a:lnTo>
                <a:lnTo>
                  <a:pt x="190119" y="3048"/>
                </a:lnTo>
                <a:close/>
              </a:path>
              <a:path w="632460" h="113030">
                <a:moveTo>
                  <a:pt x="237362" y="79248"/>
                </a:moveTo>
                <a:lnTo>
                  <a:pt x="223647" y="79248"/>
                </a:lnTo>
                <a:lnTo>
                  <a:pt x="224624" y="83947"/>
                </a:lnTo>
                <a:lnTo>
                  <a:pt x="225024" y="85725"/>
                </a:lnTo>
                <a:lnTo>
                  <a:pt x="227456" y="91185"/>
                </a:lnTo>
                <a:lnTo>
                  <a:pt x="231204" y="96138"/>
                </a:lnTo>
                <a:lnTo>
                  <a:pt x="232638" y="98171"/>
                </a:lnTo>
                <a:lnTo>
                  <a:pt x="263016" y="112775"/>
                </a:lnTo>
                <a:lnTo>
                  <a:pt x="274319" y="112775"/>
                </a:lnTo>
                <a:lnTo>
                  <a:pt x="301732" y="99822"/>
                </a:lnTo>
                <a:lnTo>
                  <a:pt x="261365" y="99822"/>
                </a:lnTo>
                <a:lnTo>
                  <a:pt x="256159" y="98805"/>
                </a:lnTo>
                <a:lnTo>
                  <a:pt x="252094" y="96647"/>
                </a:lnTo>
                <a:lnTo>
                  <a:pt x="248157" y="94614"/>
                </a:lnTo>
                <a:lnTo>
                  <a:pt x="245109" y="92201"/>
                </a:lnTo>
                <a:lnTo>
                  <a:pt x="242823" y="89661"/>
                </a:lnTo>
                <a:lnTo>
                  <a:pt x="240156" y="86613"/>
                </a:lnTo>
                <a:lnTo>
                  <a:pt x="238378" y="83057"/>
                </a:lnTo>
                <a:lnTo>
                  <a:pt x="237362" y="79248"/>
                </a:lnTo>
                <a:close/>
              </a:path>
              <a:path w="632460" h="113030">
                <a:moveTo>
                  <a:pt x="270763" y="0"/>
                </a:moveTo>
                <a:lnTo>
                  <a:pt x="260476" y="0"/>
                </a:lnTo>
                <a:lnTo>
                  <a:pt x="255142" y="888"/>
                </a:lnTo>
                <a:lnTo>
                  <a:pt x="228219" y="35305"/>
                </a:lnTo>
                <a:lnTo>
                  <a:pt x="229158" y="39243"/>
                </a:lnTo>
                <a:lnTo>
                  <a:pt x="249300" y="56514"/>
                </a:lnTo>
                <a:lnTo>
                  <a:pt x="253237" y="58038"/>
                </a:lnTo>
                <a:lnTo>
                  <a:pt x="257301" y="59435"/>
                </a:lnTo>
                <a:lnTo>
                  <a:pt x="277494" y="65150"/>
                </a:lnTo>
                <a:lnTo>
                  <a:pt x="281050" y="66421"/>
                </a:lnTo>
                <a:lnTo>
                  <a:pt x="284098" y="67945"/>
                </a:lnTo>
                <a:lnTo>
                  <a:pt x="287273" y="69469"/>
                </a:lnTo>
                <a:lnTo>
                  <a:pt x="289813" y="71374"/>
                </a:lnTo>
                <a:lnTo>
                  <a:pt x="291719" y="73405"/>
                </a:lnTo>
                <a:lnTo>
                  <a:pt x="293623" y="75564"/>
                </a:lnTo>
                <a:lnTo>
                  <a:pt x="294513" y="78231"/>
                </a:lnTo>
                <a:lnTo>
                  <a:pt x="294513" y="83947"/>
                </a:lnTo>
                <a:lnTo>
                  <a:pt x="294004" y="86359"/>
                </a:lnTo>
                <a:lnTo>
                  <a:pt x="292862" y="88519"/>
                </a:lnTo>
                <a:lnTo>
                  <a:pt x="291845" y="90804"/>
                </a:lnTo>
                <a:lnTo>
                  <a:pt x="290194" y="92709"/>
                </a:lnTo>
                <a:lnTo>
                  <a:pt x="288035" y="94360"/>
                </a:lnTo>
                <a:lnTo>
                  <a:pt x="285876" y="96138"/>
                </a:lnTo>
                <a:lnTo>
                  <a:pt x="283082" y="97408"/>
                </a:lnTo>
                <a:lnTo>
                  <a:pt x="279781" y="98425"/>
                </a:lnTo>
                <a:lnTo>
                  <a:pt x="276351" y="99313"/>
                </a:lnTo>
                <a:lnTo>
                  <a:pt x="272414" y="99822"/>
                </a:lnTo>
                <a:lnTo>
                  <a:pt x="301732" y="99822"/>
                </a:lnTo>
                <a:lnTo>
                  <a:pt x="303681" y="97408"/>
                </a:lnTo>
                <a:lnTo>
                  <a:pt x="304080" y="96647"/>
                </a:lnTo>
                <a:lnTo>
                  <a:pt x="307339" y="89661"/>
                </a:lnTo>
                <a:lnTo>
                  <a:pt x="308228" y="85725"/>
                </a:lnTo>
                <a:lnTo>
                  <a:pt x="308228" y="75183"/>
                </a:lnTo>
                <a:lnTo>
                  <a:pt x="275081" y="51180"/>
                </a:lnTo>
                <a:lnTo>
                  <a:pt x="269366" y="49656"/>
                </a:lnTo>
                <a:lnTo>
                  <a:pt x="264032" y="48132"/>
                </a:lnTo>
                <a:lnTo>
                  <a:pt x="259079" y="46354"/>
                </a:lnTo>
                <a:lnTo>
                  <a:pt x="254126" y="44703"/>
                </a:lnTo>
                <a:lnTo>
                  <a:pt x="250062" y="42672"/>
                </a:lnTo>
                <a:lnTo>
                  <a:pt x="246760" y="40258"/>
                </a:lnTo>
                <a:lnTo>
                  <a:pt x="243585" y="37973"/>
                </a:lnTo>
                <a:lnTo>
                  <a:pt x="241934" y="34671"/>
                </a:lnTo>
                <a:lnTo>
                  <a:pt x="241934" y="28194"/>
                </a:lnTo>
                <a:lnTo>
                  <a:pt x="248157" y="18287"/>
                </a:lnTo>
                <a:lnTo>
                  <a:pt x="250189" y="16636"/>
                </a:lnTo>
                <a:lnTo>
                  <a:pt x="252729" y="15367"/>
                </a:lnTo>
                <a:lnTo>
                  <a:pt x="255778" y="14350"/>
                </a:lnTo>
                <a:lnTo>
                  <a:pt x="258825" y="13461"/>
                </a:lnTo>
                <a:lnTo>
                  <a:pt x="261493" y="13080"/>
                </a:lnTo>
                <a:lnTo>
                  <a:pt x="299084" y="13080"/>
                </a:lnTo>
                <a:lnTo>
                  <a:pt x="297306" y="11302"/>
                </a:lnTo>
                <a:lnTo>
                  <a:pt x="293116" y="7620"/>
                </a:lnTo>
                <a:lnTo>
                  <a:pt x="290703" y="5969"/>
                </a:lnTo>
                <a:lnTo>
                  <a:pt x="287909" y="4699"/>
                </a:lnTo>
                <a:lnTo>
                  <a:pt x="285241" y="3301"/>
                </a:lnTo>
                <a:lnTo>
                  <a:pt x="282066" y="2158"/>
                </a:lnTo>
                <a:lnTo>
                  <a:pt x="274828" y="380"/>
                </a:lnTo>
                <a:lnTo>
                  <a:pt x="270763" y="0"/>
                </a:lnTo>
                <a:close/>
              </a:path>
              <a:path w="632460" h="113030">
                <a:moveTo>
                  <a:pt x="299084" y="13080"/>
                </a:moveTo>
                <a:lnTo>
                  <a:pt x="272850" y="13080"/>
                </a:lnTo>
                <a:lnTo>
                  <a:pt x="276987" y="13843"/>
                </a:lnTo>
                <a:lnTo>
                  <a:pt x="284098" y="17399"/>
                </a:lnTo>
                <a:lnTo>
                  <a:pt x="293750" y="29718"/>
                </a:lnTo>
                <a:lnTo>
                  <a:pt x="307466" y="29718"/>
                </a:lnTo>
                <a:lnTo>
                  <a:pt x="306197" y="24256"/>
                </a:lnTo>
                <a:lnTo>
                  <a:pt x="303784" y="19303"/>
                </a:lnTo>
                <a:lnTo>
                  <a:pt x="300481" y="14985"/>
                </a:lnTo>
                <a:lnTo>
                  <a:pt x="299084" y="13080"/>
                </a:lnTo>
                <a:close/>
              </a:path>
              <a:path w="632460" h="113030">
                <a:moveTo>
                  <a:pt x="374141" y="16001"/>
                </a:moveTo>
                <a:lnTo>
                  <a:pt x="360425" y="16001"/>
                </a:lnTo>
                <a:lnTo>
                  <a:pt x="360425" y="109727"/>
                </a:lnTo>
                <a:lnTo>
                  <a:pt x="374141" y="109727"/>
                </a:lnTo>
                <a:lnTo>
                  <a:pt x="374141" y="16001"/>
                </a:lnTo>
                <a:close/>
              </a:path>
              <a:path w="632460" h="113030">
                <a:moveTo>
                  <a:pt x="410717" y="3048"/>
                </a:moveTo>
                <a:lnTo>
                  <a:pt x="323850" y="3048"/>
                </a:lnTo>
                <a:lnTo>
                  <a:pt x="323850" y="16001"/>
                </a:lnTo>
                <a:lnTo>
                  <a:pt x="410717" y="16001"/>
                </a:lnTo>
                <a:lnTo>
                  <a:pt x="410717" y="3048"/>
                </a:lnTo>
                <a:close/>
              </a:path>
              <a:path w="632460" h="113030">
                <a:moveTo>
                  <a:pt x="513969" y="3048"/>
                </a:moveTo>
                <a:lnTo>
                  <a:pt x="439292" y="3048"/>
                </a:lnTo>
                <a:lnTo>
                  <a:pt x="439292" y="109727"/>
                </a:lnTo>
                <a:lnTo>
                  <a:pt x="513969" y="109727"/>
                </a:lnTo>
                <a:lnTo>
                  <a:pt x="513969" y="96774"/>
                </a:lnTo>
                <a:lnTo>
                  <a:pt x="453009" y="96774"/>
                </a:lnTo>
                <a:lnTo>
                  <a:pt x="453009" y="62483"/>
                </a:lnTo>
                <a:lnTo>
                  <a:pt x="502538" y="62483"/>
                </a:lnTo>
                <a:lnTo>
                  <a:pt x="502538" y="49529"/>
                </a:lnTo>
                <a:lnTo>
                  <a:pt x="453009" y="49529"/>
                </a:lnTo>
                <a:lnTo>
                  <a:pt x="453009" y="16001"/>
                </a:lnTo>
                <a:lnTo>
                  <a:pt x="513969" y="16001"/>
                </a:lnTo>
                <a:lnTo>
                  <a:pt x="513969" y="3048"/>
                </a:lnTo>
                <a:close/>
              </a:path>
              <a:path w="632460" h="113030">
                <a:moveTo>
                  <a:pt x="561213" y="79248"/>
                </a:moveTo>
                <a:lnTo>
                  <a:pt x="547497" y="79248"/>
                </a:lnTo>
                <a:lnTo>
                  <a:pt x="548436" y="83947"/>
                </a:lnTo>
                <a:lnTo>
                  <a:pt x="548824" y="85725"/>
                </a:lnTo>
                <a:lnTo>
                  <a:pt x="551307" y="91185"/>
                </a:lnTo>
                <a:lnTo>
                  <a:pt x="555079" y="96138"/>
                </a:lnTo>
                <a:lnTo>
                  <a:pt x="556513" y="98171"/>
                </a:lnTo>
                <a:lnTo>
                  <a:pt x="586866" y="112775"/>
                </a:lnTo>
                <a:lnTo>
                  <a:pt x="598169" y="112775"/>
                </a:lnTo>
                <a:lnTo>
                  <a:pt x="625582" y="99822"/>
                </a:lnTo>
                <a:lnTo>
                  <a:pt x="585216" y="99822"/>
                </a:lnTo>
                <a:lnTo>
                  <a:pt x="580009" y="98805"/>
                </a:lnTo>
                <a:lnTo>
                  <a:pt x="575944" y="96647"/>
                </a:lnTo>
                <a:lnTo>
                  <a:pt x="572007" y="94614"/>
                </a:lnTo>
                <a:lnTo>
                  <a:pt x="568960" y="92201"/>
                </a:lnTo>
                <a:lnTo>
                  <a:pt x="566673" y="89661"/>
                </a:lnTo>
                <a:lnTo>
                  <a:pt x="564007" y="86613"/>
                </a:lnTo>
                <a:lnTo>
                  <a:pt x="562229" y="83057"/>
                </a:lnTo>
                <a:lnTo>
                  <a:pt x="561213" y="79248"/>
                </a:lnTo>
                <a:close/>
              </a:path>
              <a:path w="632460" h="113030">
                <a:moveTo>
                  <a:pt x="594613" y="0"/>
                </a:moveTo>
                <a:lnTo>
                  <a:pt x="584326" y="0"/>
                </a:lnTo>
                <a:lnTo>
                  <a:pt x="578992" y="888"/>
                </a:lnTo>
                <a:lnTo>
                  <a:pt x="552069" y="35305"/>
                </a:lnTo>
                <a:lnTo>
                  <a:pt x="552957" y="39243"/>
                </a:lnTo>
                <a:lnTo>
                  <a:pt x="573151" y="56514"/>
                </a:lnTo>
                <a:lnTo>
                  <a:pt x="577088" y="58038"/>
                </a:lnTo>
                <a:lnTo>
                  <a:pt x="581151" y="59435"/>
                </a:lnTo>
                <a:lnTo>
                  <a:pt x="601344" y="65150"/>
                </a:lnTo>
                <a:lnTo>
                  <a:pt x="604901" y="66421"/>
                </a:lnTo>
                <a:lnTo>
                  <a:pt x="607949" y="67945"/>
                </a:lnTo>
                <a:lnTo>
                  <a:pt x="611124" y="69469"/>
                </a:lnTo>
                <a:lnTo>
                  <a:pt x="613663" y="71374"/>
                </a:lnTo>
                <a:lnTo>
                  <a:pt x="615569" y="73405"/>
                </a:lnTo>
                <a:lnTo>
                  <a:pt x="617474" y="75564"/>
                </a:lnTo>
                <a:lnTo>
                  <a:pt x="618363" y="78231"/>
                </a:lnTo>
                <a:lnTo>
                  <a:pt x="618363" y="83947"/>
                </a:lnTo>
                <a:lnTo>
                  <a:pt x="617855" y="86359"/>
                </a:lnTo>
                <a:lnTo>
                  <a:pt x="616712" y="88519"/>
                </a:lnTo>
                <a:lnTo>
                  <a:pt x="615695" y="90804"/>
                </a:lnTo>
                <a:lnTo>
                  <a:pt x="614044" y="92709"/>
                </a:lnTo>
                <a:lnTo>
                  <a:pt x="611886" y="94360"/>
                </a:lnTo>
                <a:lnTo>
                  <a:pt x="609726" y="96138"/>
                </a:lnTo>
                <a:lnTo>
                  <a:pt x="606932" y="97408"/>
                </a:lnTo>
                <a:lnTo>
                  <a:pt x="603631" y="98425"/>
                </a:lnTo>
                <a:lnTo>
                  <a:pt x="600201" y="99313"/>
                </a:lnTo>
                <a:lnTo>
                  <a:pt x="596264" y="99822"/>
                </a:lnTo>
                <a:lnTo>
                  <a:pt x="625582" y="99822"/>
                </a:lnTo>
                <a:lnTo>
                  <a:pt x="627531" y="97408"/>
                </a:lnTo>
                <a:lnTo>
                  <a:pt x="627930" y="96647"/>
                </a:lnTo>
                <a:lnTo>
                  <a:pt x="631189" y="89661"/>
                </a:lnTo>
                <a:lnTo>
                  <a:pt x="632078" y="85725"/>
                </a:lnTo>
                <a:lnTo>
                  <a:pt x="632078" y="75183"/>
                </a:lnTo>
                <a:lnTo>
                  <a:pt x="598932" y="51180"/>
                </a:lnTo>
                <a:lnTo>
                  <a:pt x="593216" y="49656"/>
                </a:lnTo>
                <a:lnTo>
                  <a:pt x="587882" y="48132"/>
                </a:lnTo>
                <a:lnTo>
                  <a:pt x="582929" y="46354"/>
                </a:lnTo>
                <a:lnTo>
                  <a:pt x="577976" y="44703"/>
                </a:lnTo>
                <a:lnTo>
                  <a:pt x="573913" y="42672"/>
                </a:lnTo>
                <a:lnTo>
                  <a:pt x="570610" y="40258"/>
                </a:lnTo>
                <a:lnTo>
                  <a:pt x="567435" y="37973"/>
                </a:lnTo>
                <a:lnTo>
                  <a:pt x="565785" y="34671"/>
                </a:lnTo>
                <a:lnTo>
                  <a:pt x="565785" y="28194"/>
                </a:lnTo>
                <a:lnTo>
                  <a:pt x="572007" y="18287"/>
                </a:lnTo>
                <a:lnTo>
                  <a:pt x="574039" y="16636"/>
                </a:lnTo>
                <a:lnTo>
                  <a:pt x="576579" y="15367"/>
                </a:lnTo>
                <a:lnTo>
                  <a:pt x="579628" y="14350"/>
                </a:lnTo>
                <a:lnTo>
                  <a:pt x="582676" y="13461"/>
                </a:lnTo>
                <a:lnTo>
                  <a:pt x="585343" y="13080"/>
                </a:lnTo>
                <a:lnTo>
                  <a:pt x="622934" y="13080"/>
                </a:lnTo>
                <a:lnTo>
                  <a:pt x="621157" y="11302"/>
                </a:lnTo>
                <a:lnTo>
                  <a:pt x="616965" y="7620"/>
                </a:lnTo>
                <a:lnTo>
                  <a:pt x="614552" y="5969"/>
                </a:lnTo>
                <a:lnTo>
                  <a:pt x="611758" y="4699"/>
                </a:lnTo>
                <a:lnTo>
                  <a:pt x="609092" y="3301"/>
                </a:lnTo>
                <a:lnTo>
                  <a:pt x="605917" y="2158"/>
                </a:lnTo>
                <a:lnTo>
                  <a:pt x="598677" y="380"/>
                </a:lnTo>
                <a:lnTo>
                  <a:pt x="594613" y="0"/>
                </a:lnTo>
                <a:close/>
              </a:path>
              <a:path w="632460" h="113030">
                <a:moveTo>
                  <a:pt x="622934" y="13080"/>
                </a:moveTo>
                <a:lnTo>
                  <a:pt x="596700" y="13080"/>
                </a:lnTo>
                <a:lnTo>
                  <a:pt x="600837" y="13843"/>
                </a:lnTo>
                <a:lnTo>
                  <a:pt x="607949" y="17399"/>
                </a:lnTo>
                <a:lnTo>
                  <a:pt x="617601" y="29718"/>
                </a:lnTo>
                <a:lnTo>
                  <a:pt x="631317" y="29718"/>
                </a:lnTo>
                <a:lnTo>
                  <a:pt x="630046" y="24256"/>
                </a:lnTo>
                <a:lnTo>
                  <a:pt x="627633" y="19303"/>
                </a:lnTo>
                <a:lnTo>
                  <a:pt x="624332" y="14985"/>
                </a:lnTo>
                <a:lnTo>
                  <a:pt x="622934" y="130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"/>
          <p:cNvGrpSpPr/>
          <p:nvPr/>
        </p:nvGrpSpPr>
        <p:grpSpPr>
          <a:xfrm>
            <a:off x="7296213" y="1019238"/>
            <a:ext cx="4733925" cy="8258175"/>
            <a:chOff x="7296213" y="1019238"/>
            <a:chExt cx="4733925" cy="8258175"/>
          </a:xfrm>
        </p:grpSpPr>
        <p:sp>
          <p:nvSpPr>
            <p:cNvPr id="3" name="object 3" descr=""/>
            <p:cNvSpPr/>
            <p:nvPr/>
          </p:nvSpPr>
          <p:spPr>
            <a:xfrm>
              <a:off x="7310501" y="1033525"/>
              <a:ext cx="4705350" cy="8229600"/>
            </a:xfrm>
            <a:custGeom>
              <a:avLst/>
              <a:gdLst/>
              <a:ahLst/>
              <a:cxnLst/>
              <a:rect l="l" t="t" r="r" b="b"/>
              <a:pathLst>
                <a:path w="4705350" h="8229600">
                  <a:moveTo>
                    <a:pt x="64389" y="0"/>
                  </a:moveTo>
                  <a:lnTo>
                    <a:pt x="4640833" y="0"/>
                  </a:lnTo>
                  <a:lnTo>
                    <a:pt x="4665916" y="5060"/>
                  </a:lnTo>
                  <a:lnTo>
                    <a:pt x="4686427" y="18859"/>
                  </a:lnTo>
                  <a:lnTo>
                    <a:pt x="4700270" y="39326"/>
                  </a:lnTo>
                  <a:lnTo>
                    <a:pt x="4705350" y="64389"/>
                  </a:lnTo>
                  <a:lnTo>
                    <a:pt x="4705350" y="8165033"/>
                  </a:lnTo>
                  <a:lnTo>
                    <a:pt x="4700270" y="8190140"/>
                  </a:lnTo>
                  <a:lnTo>
                    <a:pt x="4686427" y="8210643"/>
                  </a:lnTo>
                  <a:lnTo>
                    <a:pt x="4665916" y="8224467"/>
                  </a:lnTo>
                  <a:lnTo>
                    <a:pt x="4640833" y="8229536"/>
                  </a:lnTo>
                  <a:lnTo>
                    <a:pt x="64389" y="8229536"/>
                  </a:lnTo>
                  <a:lnTo>
                    <a:pt x="18796" y="8210651"/>
                  </a:lnTo>
                  <a:lnTo>
                    <a:pt x="0" y="8165033"/>
                  </a:lnTo>
                  <a:lnTo>
                    <a:pt x="0" y="64389"/>
                  </a:lnTo>
                  <a:lnTo>
                    <a:pt x="5060" y="39326"/>
                  </a:lnTo>
                  <a:lnTo>
                    <a:pt x="18859" y="18859"/>
                  </a:lnTo>
                  <a:lnTo>
                    <a:pt x="39326" y="5060"/>
                  </a:lnTo>
                  <a:lnTo>
                    <a:pt x="64389" y="0"/>
                  </a:lnTo>
                  <a:close/>
                </a:path>
              </a:pathLst>
            </a:custGeom>
            <a:ln w="28575">
              <a:solidFill>
                <a:srgbClr val="FD42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 descr=""/>
            <p:cNvSpPr/>
            <p:nvPr/>
          </p:nvSpPr>
          <p:spPr>
            <a:xfrm>
              <a:off x="7677823" y="1372195"/>
              <a:ext cx="433070" cy="433070"/>
            </a:xfrm>
            <a:custGeom>
              <a:avLst/>
              <a:gdLst/>
              <a:ahLst/>
              <a:cxnLst/>
              <a:rect l="l" t="t" r="r" b="b"/>
              <a:pathLst>
                <a:path w="433070" h="433069">
                  <a:moveTo>
                    <a:pt x="216328" y="0"/>
                  </a:moveTo>
                  <a:lnTo>
                    <a:pt x="166797" y="5728"/>
                  </a:lnTo>
                  <a:lnTo>
                    <a:pt x="121291" y="22039"/>
                  </a:lnTo>
                  <a:lnTo>
                    <a:pt x="81120" y="47623"/>
                  </a:lnTo>
                  <a:lnTo>
                    <a:pt x="47595" y="81169"/>
                  </a:lnTo>
                  <a:lnTo>
                    <a:pt x="22027" y="121366"/>
                  </a:lnTo>
                  <a:lnTo>
                    <a:pt x="5725" y="166904"/>
                  </a:lnTo>
                  <a:lnTo>
                    <a:pt x="0" y="216473"/>
                  </a:lnTo>
                  <a:lnTo>
                    <a:pt x="5741" y="266082"/>
                  </a:lnTo>
                  <a:lnTo>
                    <a:pt x="20045" y="306037"/>
                  </a:lnTo>
                  <a:lnTo>
                    <a:pt x="47682" y="351858"/>
                  </a:lnTo>
                  <a:lnTo>
                    <a:pt x="81253" y="385404"/>
                  </a:lnTo>
                  <a:lnTo>
                    <a:pt x="121484" y="410974"/>
                  </a:lnTo>
                  <a:lnTo>
                    <a:pt x="166910" y="427259"/>
                  </a:lnTo>
                  <a:lnTo>
                    <a:pt x="167148" y="427259"/>
                  </a:lnTo>
                  <a:lnTo>
                    <a:pt x="216328" y="432947"/>
                  </a:lnTo>
                  <a:lnTo>
                    <a:pt x="265907" y="427259"/>
                  </a:lnTo>
                  <a:lnTo>
                    <a:pt x="311447" y="410974"/>
                  </a:lnTo>
                  <a:lnTo>
                    <a:pt x="338100" y="394018"/>
                  </a:lnTo>
                  <a:lnTo>
                    <a:pt x="216328" y="394018"/>
                  </a:lnTo>
                  <a:lnTo>
                    <a:pt x="169198" y="387669"/>
                  </a:lnTo>
                  <a:lnTo>
                    <a:pt x="126824" y="369755"/>
                  </a:lnTo>
                  <a:lnTo>
                    <a:pt x="90908" y="341977"/>
                  </a:lnTo>
                  <a:lnTo>
                    <a:pt x="63148" y="306037"/>
                  </a:lnTo>
                  <a:lnTo>
                    <a:pt x="45246" y="263635"/>
                  </a:lnTo>
                  <a:lnTo>
                    <a:pt x="38901" y="216473"/>
                  </a:lnTo>
                  <a:lnTo>
                    <a:pt x="45249" y="169349"/>
                  </a:lnTo>
                  <a:lnTo>
                    <a:pt x="63154" y="126958"/>
                  </a:lnTo>
                  <a:lnTo>
                    <a:pt x="90920" y="91010"/>
                  </a:lnTo>
                  <a:lnTo>
                    <a:pt x="126845" y="63216"/>
                  </a:lnTo>
                  <a:lnTo>
                    <a:pt x="169220" y="45286"/>
                  </a:lnTo>
                  <a:lnTo>
                    <a:pt x="216328" y="38929"/>
                  </a:lnTo>
                  <a:lnTo>
                    <a:pt x="337982" y="38929"/>
                  </a:lnTo>
                  <a:lnTo>
                    <a:pt x="311447" y="22039"/>
                  </a:lnTo>
                  <a:lnTo>
                    <a:pt x="265906" y="5728"/>
                  </a:lnTo>
                  <a:lnTo>
                    <a:pt x="216328" y="0"/>
                  </a:lnTo>
                  <a:close/>
                </a:path>
                <a:path w="433070" h="433069">
                  <a:moveTo>
                    <a:pt x="337982" y="38929"/>
                  </a:moveTo>
                  <a:lnTo>
                    <a:pt x="216328" y="38929"/>
                  </a:lnTo>
                  <a:lnTo>
                    <a:pt x="263424" y="45286"/>
                  </a:lnTo>
                  <a:lnTo>
                    <a:pt x="305791" y="63216"/>
                  </a:lnTo>
                  <a:lnTo>
                    <a:pt x="341719" y="91010"/>
                  </a:lnTo>
                  <a:lnTo>
                    <a:pt x="369499" y="126958"/>
                  </a:lnTo>
                  <a:lnTo>
                    <a:pt x="387421" y="169349"/>
                  </a:lnTo>
                  <a:lnTo>
                    <a:pt x="393775" y="216474"/>
                  </a:lnTo>
                  <a:lnTo>
                    <a:pt x="387412" y="263636"/>
                  </a:lnTo>
                  <a:lnTo>
                    <a:pt x="369484" y="306037"/>
                  </a:lnTo>
                  <a:lnTo>
                    <a:pt x="341706" y="341977"/>
                  </a:lnTo>
                  <a:lnTo>
                    <a:pt x="305781" y="369755"/>
                  </a:lnTo>
                  <a:lnTo>
                    <a:pt x="263403" y="387669"/>
                  </a:lnTo>
                  <a:lnTo>
                    <a:pt x="216328" y="394018"/>
                  </a:lnTo>
                  <a:lnTo>
                    <a:pt x="338100" y="394018"/>
                  </a:lnTo>
                  <a:lnTo>
                    <a:pt x="385181" y="351858"/>
                  </a:lnTo>
                  <a:lnTo>
                    <a:pt x="410757" y="311647"/>
                  </a:lnTo>
                  <a:lnTo>
                    <a:pt x="427063" y="266082"/>
                  </a:lnTo>
                  <a:lnTo>
                    <a:pt x="432788" y="216474"/>
                  </a:lnTo>
                  <a:lnTo>
                    <a:pt x="427062" y="166905"/>
                  </a:lnTo>
                  <a:lnTo>
                    <a:pt x="410757" y="121366"/>
                  </a:lnTo>
                  <a:lnTo>
                    <a:pt x="385181" y="81169"/>
                  </a:lnTo>
                  <a:lnTo>
                    <a:pt x="351641" y="47623"/>
                  </a:lnTo>
                  <a:lnTo>
                    <a:pt x="337982" y="38929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91652" y="1522008"/>
              <a:ext cx="206522" cy="150669"/>
            </a:xfrm>
            <a:prstGeom prst="rect">
              <a:avLst/>
            </a:prstGeom>
          </p:spPr>
        </p:pic>
        <p:sp>
          <p:nvSpPr>
            <p:cNvPr id="6" name="object 6" descr=""/>
            <p:cNvSpPr/>
            <p:nvPr/>
          </p:nvSpPr>
          <p:spPr>
            <a:xfrm>
              <a:off x="8320214" y="1372195"/>
              <a:ext cx="433070" cy="433070"/>
            </a:xfrm>
            <a:custGeom>
              <a:avLst/>
              <a:gdLst/>
              <a:ahLst/>
              <a:cxnLst/>
              <a:rect l="l" t="t" r="r" b="b"/>
              <a:pathLst>
                <a:path w="433070" h="433069">
                  <a:moveTo>
                    <a:pt x="216336" y="0"/>
                  </a:moveTo>
                  <a:lnTo>
                    <a:pt x="166803" y="5728"/>
                  </a:lnTo>
                  <a:lnTo>
                    <a:pt x="121296" y="22039"/>
                  </a:lnTo>
                  <a:lnTo>
                    <a:pt x="81124" y="47623"/>
                  </a:lnTo>
                  <a:lnTo>
                    <a:pt x="47597" y="81169"/>
                  </a:lnTo>
                  <a:lnTo>
                    <a:pt x="22028" y="121366"/>
                  </a:lnTo>
                  <a:lnTo>
                    <a:pt x="5725" y="166904"/>
                  </a:lnTo>
                  <a:lnTo>
                    <a:pt x="0" y="216473"/>
                  </a:lnTo>
                  <a:lnTo>
                    <a:pt x="5725" y="266037"/>
                  </a:lnTo>
                  <a:lnTo>
                    <a:pt x="22028" y="311574"/>
                  </a:lnTo>
                  <a:lnTo>
                    <a:pt x="47598" y="351772"/>
                  </a:lnTo>
                  <a:lnTo>
                    <a:pt x="81124" y="385319"/>
                  </a:lnTo>
                  <a:lnTo>
                    <a:pt x="121296" y="410905"/>
                  </a:lnTo>
                  <a:lnTo>
                    <a:pt x="166803" y="427218"/>
                  </a:lnTo>
                  <a:lnTo>
                    <a:pt x="216336" y="432947"/>
                  </a:lnTo>
                  <a:lnTo>
                    <a:pt x="265869" y="427218"/>
                  </a:lnTo>
                  <a:lnTo>
                    <a:pt x="311376" y="410905"/>
                  </a:lnTo>
                  <a:lnTo>
                    <a:pt x="337891" y="394018"/>
                  </a:lnTo>
                  <a:lnTo>
                    <a:pt x="216336" y="394018"/>
                  </a:lnTo>
                  <a:lnTo>
                    <a:pt x="169204" y="387669"/>
                  </a:lnTo>
                  <a:lnTo>
                    <a:pt x="126829" y="369755"/>
                  </a:lnTo>
                  <a:lnTo>
                    <a:pt x="90912" y="341977"/>
                  </a:lnTo>
                  <a:lnTo>
                    <a:pt x="63152" y="306037"/>
                  </a:lnTo>
                  <a:lnTo>
                    <a:pt x="45249" y="263635"/>
                  </a:lnTo>
                  <a:lnTo>
                    <a:pt x="38904" y="216473"/>
                  </a:lnTo>
                  <a:lnTo>
                    <a:pt x="45244" y="169349"/>
                  </a:lnTo>
                  <a:lnTo>
                    <a:pt x="63132" y="126958"/>
                  </a:lnTo>
                  <a:lnTo>
                    <a:pt x="90880" y="91010"/>
                  </a:lnTo>
                  <a:lnTo>
                    <a:pt x="126798" y="63216"/>
                  </a:lnTo>
                  <a:lnTo>
                    <a:pt x="169186" y="45286"/>
                  </a:lnTo>
                  <a:lnTo>
                    <a:pt x="216336" y="38929"/>
                  </a:lnTo>
                  <a:lnTo>
                    <a:pt x="337897" y="38929"/>
                  </a:lnTo>
                  <a:lnTo>
                    <a:pt x="311376" y="22039"/>
                  </a:lnTo>
                  <a:lnTo>
                    <a:pt x="265869" y="5728"/>
                  </a:lnTo>
                  <a:lnTo>
                    <a:pt x="216336" y="0"/>
                  </a:lnTo>
                  <a:close/>
                </a:path>
                <a:path w="433070" h="433069">
                  <a:moveTo>
                    <a:pt x="337897" y="38929"/>
                  </a:moveTo>
                  <a:lnTo>
                    <a:pt x="216336" y="38929"/>
                  </a:lnTo>
                  <a:lnTo>
                    <a:pt x="263468" y="45286"/>
                  </a:lnTo>
                  <a:lnTo>
                    <a:pt x="305843" y="63216"/>
                  </a:lnTo>
                  <a:lnTo>
                    <a:pt x="341760" y="91010"/>
                  </a:lnTo>
                  <a:lnTo>
                    <a:pt x="369520" y="126958"/>
                  </a:lnTo>
                  <a:lnTo>
                    <a:pt x="387423" y="169349"/>
                  </a:lnTo>
                  <a:lnTo>
                    <a:pt x="393768" y="216474"/>
                  </a:lnTo>
                  <a:lnTo>
                    <a:pt x="387397" y="263636"/>
                  </a:lnTo>
                  <a:lnTo>
                    <a:pt x="369453" y="306037"/>
                  </a:lnTo>
                  <a:lnTo>
                    <a:pt x="341660" y="341977"/>
                  </a:lnTo>
                  <a:lnTo>
                    <a:pt x="305730" y="369755"/>
                  </a:lnTo>
                  <a:lnTo>
                    <a:pt x="263367" y="387669"/>
                  </a:lnTo>
                  <a:lnTo>
                    <a:pt x="216336" y="394018"/>
                  </a:lnTo>
                  <a:lnTo>
                    <a:pt x="337891" y="394018"/>
                  </a:lnTo>
                  <a:lnTo>
                    <a:pt x="385075" y="351772"/>
                  </a:lnTo>
                  <a:lnTo>
                    <a:pt x="410644" y="311574"/>
                  </a:lnTo>
                  <a:lnTo>
                    <a:pt x="426947" y="266038"/>
                  </a:lnTo>
                  <a:lnTo>
                    <a:pt x="432673" y="216474"/>
                  </a:lnTo>
                  <a:lnTo>
                    <a:pt x="426947" y="166905"/>
                  </a:lnTo>
                  <a:lnTo>
                    <a:pt x="410644" y="121366"/>
                  </a:lnTo>
                  <a:lnTo>
                    <a:pt x="385074" y="81169"/>
                  </a:lnTo>
                  <a:lnTo>
                    <a:pt x="351548" y="47623"/>
                  </a:lnTo>
                  <a:lnTo>
                    <a:pt x="337897" y="38929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52390" y="1504455"/>
              <a:ext cx="168549" cy="168455"/>
            </a:xfrm>
            <a:prstGeom prst="rect">
              <a:avLst/>
            </a:prstGeom>
          </p:spPr>
        </p:pic>
        <p:sp>
          <p:nvSpPr>
            <p:cNvPr id="8" name="object 8" descr=""/>
            <p:cNvSpPr/>
            <p:nvPr/>
          </p:nvSpPr>
          <p:spPr>
            <a:xfrm>
              <a:off x="7959100" y="1688014"/>
              <a:ext cx="671830" cy="788035"/>
            </a:xfrm>
            <a:custGeom>
              <a:avLst/>
              <a:gdLst/>
              <a:ahLst/>
              <a:cxnLst/>
              <a:rect l="l" t="t" r="r" b="b"/>
              <a:pathLst>
                <a:path w="671829" h="788035">
                  <a:moveTo>
                    <a:pt x="69290" y="387744"/>
                  </a:moveTo>
                  <a:lnTo>
                    <a:pt x="28065" y="403420"/>
                  </a:lnTo>
                  <a:lnTo>
                    <a:pt x="4361" y="436248"/>
                  </a:lnTo>
                  <a:lnTo>
                    <a:pt x="0" y="461255"/>
                  </a:lnTo>
                  <a:lnTo>
                    <a:pt x="4063" y="485749"/>
                  </a:lnTo>
                  <a:lnTo>
                    <a:pt x="180075" y="707169"/>
                  </a:lnTo>
                  <a:lnTo>
                    <a:pt x="215226" y="741454"/>
                  </a:lnTo>
                  <a:lnTo>
                    <a:pt x="256429" y="766806"/>
                  </a:lnTo>
                  <a:lnTo>
                    <a:pt x="302161" y="782529"/>
                  </a:lnTo>
                  <a:lnTo>
                    <a:pt x="350897" y="787925"/>
                  </a:lnTo>
                  <a:lnTo>
                    <a:pt x="478045" y="787925"/>
                  </a:lnTo>
                  <a:lnTo>
                    <a:pt x="522315" y="782807"/>
                  </a:lnTo>
                  <a:lnTo>
                    <a:pt x="562972" y="768232"/>
                  </a:lnTo>
                  <a:lnTo>
                    <a:pt x="592978" y="749117"/>
                  </a:lnTo>
                  <a:lnTo>
                    <a:pt x="351005" y="749116"/>
                  </a:lnTo>
                  <a:lnTo>
                    <a:pt x="310823" y="744661"/>
                  </a:lnTo>
                  <a:lnTo>
                    <a:pt x="273145" y="731687"/>
                  </a:lnTo>
                  <a:lnTo>
                    <a:pt x="239212" y="710782"/>
                  </a:lnTo>
                  <a:lnTo>
                    <a:pt x="210264" y="682535"/>
                  </a:lnTo>
                  <a:lnTo>
                    <a:pt x="46765" y="483603"/>
                  </a:lnTo>
                  <a:lnTo>
                    <a:pt x="38829" y="461255"/>
                  </a:lnTo>
                  <a:lnTo>
                    <a:pt x="40907" y="449574"/>
                  </a:lnTo>
                  <a:lnTo>
                    <a:pt x="71613" y="426673"/>
                  </a:lnTo>
                  <a:lnTo>
                    <a:pt x="144657" y="426673"/>
                  </a:lnTo>
                  <a:lnTo>
                    <a:pt x="124110" y="407495"/>
                  </a:lnTo>
                  <a:lnTo>
                    <a:pt x="112098" y="398364"/>
                  </a:lnTo>
                  <a:lnTo>
                    <a:pt x="98749" y="391956"/>
                  </a:lnTo>
                  <a:lnTo>
                    <a:pt x="84376" y="388379"/>
                  </a:lnTo>
                  <a:lnTo>
                    <a:pt x="69290" y="387744"/>
                  </a:lnTo>
                  <a:close/>
                </a:path>
                <a:path w="671829" h="788035">
                  <a:moveTo>
                    <a:pt x="660353" y="339055"/>
                  </a:moveTo>
                  <a:lnTo>
                    <a:pt x="595904" y="339055"/>
                  </a:lnTo>
                  <a:lnTo>
                    <a:pt x="610251" y="341970"/>
                  </a:lnTo>
                  <a:lnTo>
                    <a:pt x="621996" y="349909"/>
                  </a:lnTo>
                  <a:lnTo>
                    <a:pt x="629930" y="361661"/>
                  </a:lnTo>
                  <a:lnTo>
                    <a:pt x="632843" y="376017"/>
                  </a:lnTo>
                  <a:lnTo>
                    <a:pt x="632843" y="594691"/>
                  </a:lnTo>
                  <a:lnTo>
                    <a:pt x="632378" y="594691"/>
                  </a:lnTo>
                  <a:lnTo>
                    <a:pt x="624499" y="643457"/>
                  </a:lnTo>
                  <a:lnTo>
                    <a:pt x="602567" y="685843"/>
                  </a:lnTo>
                  <a:lnTo>
                    <a:pt x="569141" y="719288"/>
                  </a:lnTo>
                  <a:lnTo>
                    <a:pt x="526780" y="741233"/>
                  </a:lnTo>
                  <a:lnTo>
                    <a:pt x="478045" y="749116"/>
                  </a:lnTo>
                  <a:lnTo>
                    <a:pt x="592978" y="749117"/>
                  </a:lnTo>
                  <a:lnTo>
                    <a:pt x="628784" y="715409"/>
                  </a:lnTo>
                  <a:lnTo>
                    <a:pt x="651609" y="679506"/>
                  </a:lnTo>
                  <a:lnTo>
                    <a:pt x="666159" y="638840"/>
                  </a:lnTo>
                  <a:lnTo>
                    <a:pt x="671255" y="594691"/>
                  </a:lnTo>
                  <a:lnTo>
                    <a:pt x="671268" y="376017"/>
                  </a:lnTo>
                  <a:lnTo>
                    <a:pt x="665369" y="346510"/>
                  </a:lnTo>
                  <a:lnTo>
                    <a:pt x="660353" y="339055"/>
                  </a:lnTo>
                  <a:close/>
                </a:path>
                <a:path w="671829" h="788035">
                  <a:moveTo>
                    <a:pt x="144657" y="426673"/>
                  </a:moveTo>
                  <a:lnTo>
                    <a:pt x="71613" y="426673"/>
                  </a:lnTo>
                  <a:lnTo>
                    <a:pt x="78734" y="426945"/>
                  </a:lnTo>
                  <a:lnTo>
                    <a:pt x="85526" y="428614"/>
                  </a:lnTo>
                  <a:lnTo>
                    <a:pt x="91838" y="431636"/>
                  </a:lnTo>
                  <a:lnTo>
                    <a:pt x="97513" y="435968"/>
                  </a:lnTo>
                  <a:lnTo>
                    <a:pt x="192847" y="524980"/>
                  </a:lnTo>
                  <a:lnTo>
                    <a:pt x="201099" y="526375"/>
                  </a:lnTo>
                  <a:lnTo>
                    <a:pt x="215264" y="520101"/>
                  </a:lnTo>
                  <a:lnTo>
                    <a:pt x="219909" y="513114"/>
                  </a:lnTo>
                  <a:lnTo>
                    <a:pt x="219909" y="460599"/>
                  </a:lnTo>
                  <a:lnTo>
                    <a:pt x="181004" y="460599"/>
                  </a:lnTo>
                  <a:lnTo>
                    <a:pt x="144657" y="426673"/>
                  </a:lnTo>
                  <a:close/>
                </a:path>
                <a:path w="671829" h="788035">
                  <a:moveTo>
                    <a:pt x="256831" y="0"/>
                  </a:moveTo>
                  <a:lnTo>
                    <a:pt x="227349" y="5973"/>
                  </a:lnTo>
                  <a:lnTo>
                    <a:pt x="203243" y="22253"/>
                  </a:lnTo>
                  <a:lnTo>
                    <a:pt x="186974" y="46374"/>
                  </a:lnTo>
                  <a:lnTo>
                    <a:pt x="181004" y="75875"/>
                  </a:lnTo>
                  <a:lnTo>
                    <a:pt x="181004" y="460599"/>
                  </a:lnTo>
                  <a:lnTo>
                    <a:pt x="219909" y="460599"/>
                  </a:lnTo>
                  <a:lnTo>
                    <a:pt x="219908" y="75875"/>
                  </a:lnTo>
                  <a:lnTo>
                    <a:pt x="222821" y="61522"/>
                  </a:lnTo>
                  <a:lnTo>
                    <a:pt x="230753" y="49775"/>
                  </a:lnTo>
                  <a:lnTo>
                    <a:pt x="242493" y="41841"/>
                  </a:lnTo>
                  <a:lnTo>
                    <a:pt x="256831" y="38929"/>
                  </a:lnTo>
                  <a:lnTo>
                    <a:pt x="321667" y="38929"/>
                  </a:lnTo>
                  <a:lnTo>
                    <a:pt x="310420" y="22253"/>
                  </a:lnTo>
                  <a:lnTo>
                    <a:pt x="286314" y="5973"/>
                  </a:lnTo>
                  <a:lnTo>
                    <a:pt x="256831" y="0"/>
                  </a:lnTo>
                  <a:close/>
                </a:path>
                <a:path w="671829" h="788035">
                  <a:moveTo>
                    <a:pt x="547690" y="301644"/>
                  </a:moveTo>
                  <a:lnTo>
                    <a:pt x="482921" y="301644"/>
                  </a:lnTo>
                  <a:lnTo>
                    <a:pt x="497266" y="304559"/>
                  </a:lnTo>
                  <a:lnTo>
                    <a:pt x="509005" y="312496"/>
                  </a:lnTo>
                  <a:lnTo>
                    <a:pt x="516934" y="324243"/>
                  </a:lnTo>
                  <a:lnTo>
                    <a:pt x="519844" y="338591"/>
                  </a:lnTo>
                  <a:lnTo>
                    <a:pt x="519844" y="401810"/>
                  </a:lnTo>
                  <a:lnTo>
                    <a:pt x="521375" y="409415"/>
                  </a:lnTo>
                  <a:lnTo>
                    <a:pt x="525553" y="415619"/>
                  </a:lnTo>
                  <a:lnTo>
                    <a:pt x="531757" y="419798"/>
                  </a:lnTo>
                  <a:lnTo>
                    <a:pt x="539366" y="421329"/>
                  </a:lnTo>
                  <a:lnTo>
                    <a:pt x="546967" y="419798"/>
                  </a:lnTo>
                  <a:lnTo>
                    <a:pt x="553166" y="415619"/>
                  </a:lnTo>
                  <a:lnTo>
                    <a:pt x="557342" y="409415"/>
                  </a:lnTo>
                  <a:lnTo>
                    <a:pt x="558873" y="401810"/>
                  </a:lnTo>
                  <a:lnTo>
                    <a:pt x="558981" y="376017"/>
                  </a:lnTo>
                  <a:lnTo>
                    <a:pt x="561894" y="361661"/>
                  </a:lnTo>
                  <a:lnTo>
                    <a:pt x="569826" y="349909"/>
                  </a:lnTo>
                  <a:lnTo>
                    <a:pt x="581566" y="341970"/>
                  </a:lnTo>
                  <a:lnTo>
                    <a:pt x="595904" y="339055"/>
                  </a:lnTo>
                  <a:lnTo>
                    <a:pt x="660353" y="339055"/>
                  </a:lnTo>
                  <a:lnTo>
                    <a:pt x="649137" y="322389"/>
                  </a:lnTo>
                  <a:lnTo>
                    <a:pt x="634939" y="312798"/>
                  </a:lnTo>
                  <a:lnTo>
                    <a:pt x="553764" y="312798"/>
                  </a:lnTo>
                  <a:lnTo>
                    <a:pt x="547690" y="301644"/>
                  </a:lnTo>
                  <a:close/>
                </a:path>
                <a:path w="671829" h="788035">
                  <a:moveTo>
                    <a:pt x="433596" y="398364"/>
                  </a:moveTo>
                  <a:lnTo>
                    <a:pt x="419096" y="398364"/>
                  </a:lnTo>
                  <a:lnTo>
                    <a:pt x="426368" y="399827"/>
                  </a:lnTo>
                  <a:lnTo>
                    <a:pt x="433596" y="398364"/>
                  </a:lnTo>
                  <a:close/>
                </a:path>
                <a:path w="671829" h="788035">
                  <a:moveTo>
                    <a:pt x="435126" y="270150"/>
                  </a:moveTo>
                  <a:lnTo>
                    <a:pt x="369938" y="270150"/>
                  </a:lnTo>
                  <a:lnTo>
                    <a:pt x="384283" y="273065"/>
                  </a:lnTo>
                  <a:lnTo>
                    <a:pt x="396022" y="281004"/>
                  </a:lnTo>
                  <a:lnTo>
                    <a:pt x="403951" y="292756"/>
                  </a:lnTo>
                  <a:lnTo>
                    <a:pt x="406861" y="307112"/>
                  </a:lnTo>
                  <a:lnTo>
                    <a:pt x="406861" y="380308"/>
                  </a:lnTo>
                  <a:lnTo>
                    <a:pt x="408357" y="387744"/>
                  </a:lnTo>
                  <a:lnTo>
                    <a:pt x="408392" y="387920"/>
                  </a:lnTo>
                  <a:lnTo>
                    <a:pt x="412568" y="394123"/>
                  </a:lnTo>
                  <a:lnTo>
                    <a:pt x="418866" y="398364"/>
                  </a:lnTo>
                  <a:lnTo>
                    <a:pt x="433824" y="398364"/>
                  </a:lnTo>
                  <a:lnTo>
                    <a:pt x="440127" y="394123"/>
                  </a:lnTo>
                  <a:lnTo>
                    <a:pt x="444329" y="387920"/>
                  </a:lnTo>
                  <a:lnTo>
                    <a:pt x="445874" y="380308"/>
                  </a:lnTo>
                  <a:lnTo>
                    <a:pt x="445874" y="338591"/>
                  </a:lnTo>
                  <a:lnTo>
                    <a:pt x="448789" y="324243"/>
                  </a:lnTo>
                  <a:lnTo>
                    <a:pt x="456735" y="312496"/>
                  </a:lnTo>
                  <a:lnTo>
                    <a:pt x="468511" y="304559"/>
                  </a:lnTo>
                  <a:lnTo>
                    <a:pt x="482921" y="301644"/>
                  </a:lnTo>
                  <a:lnTo>
                    <a:pt x="547690" y="301644"/>
                  </a:lnTo>
                  <a:lnTo>
                    <a:pt x="542850" y="292756"/>
                  </a:lnTo>
                  <a:lnTo>
                    <a:pt x="526526" y="276818"/>
                  </a:lnTo>
                  <a:lnTo>
                    <a:pt x="525996" y="276548"/>
                  </a:lnTo>
                  <a:lnTo>
                    <a:pt x="439140" y="276548"/>
                  </a:lnTo>
                  <a:lnTo>
                    <a:pt x="435126" y="270150"/>
                  </a:lnTo>
                  <a:close/>
                </a:path>
                <a:path w="671829" h="788035">
                  <a:moveTo>
                    <a:pt x="321667" y="38929"/>
                  </a:moveTo>
                  <a:lnTo>
                    <a:pt x="256831" y="38929"/>
                  </a:lnTo>
                  <a:lnTo>
                    <a:pt x="271176" y="41841"/>
                  </a:lnTo>
                  <a:lnTo>
                    <a:pt x="282915" y="49775"/>
                  </a:lnTo>
                  <a:lnTo>
                    <a:pt x="290844" y="61522"/>
                  </a:lnTo>
                  <a:lnTo>
                    <a:pt x="293754" y="75875"/>
                  </a:lnTo>
                  <a:lnTo>
                    <a:pt x="293755" y="358806"/>
                  </a:lnTo>
                  <a:lnTo>
                    <a:pt x="295320" y="366420"/>
                  </a:lnTo>
                  <a:lnTo>
                    <a:pt x="299532" y="372629"/>
                  </a:lnTo>
                  <a:lnTo>
                    <a:pt x="304526" y="376017"/>
                  </a:lnTo>
                  <a:lnTo>
                    <a:pt x="305753" y="376809"/>
                  </a:lnTo>
                  <a:lnTo>
                    <a:pt x="313277" y="378341"/>
                  </a:lnTo>
                  <a:lnTo>
                    <a:pt x="320877" y="376809"/>
                  </a:lnTo>
                  <a:lnTo>
                    <a:pt x="327076" y="372629"/>
                  </a:lnTo>
                  <a:lnTo>
                    <a:pt x="331253" y="366420"/>
                  </a:lnTo>
                  <a:lnTo>
                    <a:pt x="332783" y="358807"/>
                  </a:lnTo>
                  <a:lnTo>
                    <a:pt x="332891" y="307112"/>
                  </a:lnTo>
                  <a:lnTo>
                    <a:pt x="335806" y="292756"/>
                  </a:lnTo>
                  <a:lnTo>
                    <a:pt x="343752" y="281004"/>
                  </a:lnTo>
                  <a:lnTo>
                    <a:pt x="355529" y="273065"/>
                  </a:lnTo>
                  <a:lnTo>
                    <a:pt x="369938" y="270150"/>
                  </a:lnTo>
                  <a:lnTo>
                    <a:pt x="435126" y="270150"/>
                  </a:lnTo>
                  <a:lnTo>
                    <a:pt x="427655" y="258241"/>
                  </a:lnTo>
                  <a:lnTo>
                    <a:pt x="411610" y="243912"/>
                  </a:lnTo>
                  <a:lnTo>
                    <a:pt x="406194" y="241337"/>
                  </a:lnTo>
                  <a:lnTo>
                    <a:pt x="332659" y="241337"/>
                  </a:lnTo>
                  <a:lnTo>
                    <a:pt x="332659" y="75875"/>
                  </a:lnTo>
                  <a:lnTo>
                    <a:pt x="326689" y="46374"/>
                  </a:lnTo>
                  <a:lnTo>
                    <a:pt x="321667" y="38929"/>
                  </a:lnTo>
                  <a:close/>
                </a:path>
                <a:path w="671829" h="788035">
                  <a:moveTo>
                    <a:pt x="595564" y="300142"/>
                  </a:moveTo>
                  <a:lnTo>
                    <a:pt x="584195" y="301008"/>
                  </a:lnTo>
                  <a:lnTo>
                    <a:pt x="573352" y="303507"/>
                  </a:lnTo>
                  <a:lnTo>
                    <a:pt x="563165" y="307487"/>
                  </a:lnTo>
                  <a:lnTo>
                    <a:pt x="553764" y="312798"/>
                  </a:lnTo>
                  <a:lnTo>
                    <a:pt x="634939" y="312798"/>
                  </a:lnTo>
                  <a:lnTo>
                    <a:pt x="625044" y="306113"/>
                  </a:lnTo>
                  <a:lnTo>
                    <a:pt x="595564" y="300142"/>
                  </a:lnTo>
                  <a:close/>
                </a:path>
                <a:path w="671829" h="788035">
                  <a:moveTo>
                    <a:pt x="482581" y="262715"/>
                  </a:moveTo>
                  <a:lnTo>
                    <a:pt x="470712" y="263667"/>
                  </a:lnTo>
                  <a:lnTo>
                    <a:pt x="459346" y="266438"/>
                  </a:lnTo>
                  <a:lnTo>
                    <a:pt x="448849" y="270760"/>
                  </a:lnTo>
                  <a:lnTo>
                    <a:pt x="439140" y="276548"/>
                  </a:lnTo>
                  <a:lnTo>
                    <a:pt x="525996" y="276548"/>
                  </a:lnTo>
                  <a:lnTo>
                    <a:pt x="506075" y="266438"/>
                  </a:lnTo>
                  <a:lnTo>
                    <a:pt x="482581" y="262715"/>
                  </a:lnTo>
                  <a:close/>
                </a:path>
                <a:path w="671829" h="788035">
                  <a:moveTo>
                    <a:pt x="369706" y="231237"/>
                  </a:moveTo>
                  <a:lnTo>
                    <a:pt x="359788" y="231932"/>
                  </a:lnTo>
                  <a:lnTo>
                    <a:pt x="350271" y="233934"/>
                  </a:lnTo>
                  <a:lnTo>
                    <a:pt x="341210" y="237112"/>
                  </a:lnTo>
                  <a:lnTo>
                    <a:pt x="332659" y="241337"/>
                  </a:lnTo>
                  <a:lnTo>
                    <a:pt x="406194" y="241337"/>
                  </a:lnTo>
                  <a:lnTo>
                    <a:pt x="391972" y="234574"/>
                  </a:lnTo>
                  <a:lnTo>
                    <a:pt x="369706" y="231237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 descr=""/>
          <p:cNvGrpSpPr/>
          <p:nvPr/>
        </p:nvGrpSpPr>
        <p:grpSpPr>
          <a:xfrm>
            <a:off x="12754038" y="1019238"/>
            <a:ext cx="4733925" cy="8258175"/>
            <a:chOff x="12754038" y="1019238"/>
            <a:chExt cx="4733925" cy="8258175"/>
          </a:xfrm>
        </p:grpSpPr>
        <p:sp>
          <p:nvSpPr>
            <p:cNvPr id="10" name="object 10" descr=""/>
            <p:cNvSpPr/>
            <p:nvPr/>
          </p:nvSpPr>
          <p:spPr>
            <a:xfrm>
              <a:off x="13067296" y="1532579"/>
              <a:ext cx="784860" cy="785495"/>
            </a:xfrm>
            <a:custGeom>
              <a:avLst/>
              <a:gdLst/>
              <a:ahLst/>
              <a:cxnLst/>
              <a:rect l="l" t="t" r="r" b="b"/>
              <a:pathLst>
                <a:path w="784859" h="785494">
                  <a:moveTo>
                    <a:pt x="401738" y="0"/>
                  </a:moveTo>
                  <a:lnTo>
                    <a:pt x="392323" y="0"/>
                  </a:lnTo>
                  <a:lnTo>
                    <a:pt x="343179" y="3063"/>
                  </a:lnTo>
                  <a:lnTo>
                    <a:pt x="295838" y="12006"/>
                  </a:lnTo>
                  <a:lnTo>
                    <a:pt x="250669" y="26459"/>
                  </a:lnTo>
                  <a:lnTo>
                    <a:pt x="208044" y="46050"/>
                  </a:lnTo>
                  <a:lnTo>
                    <a:pt x="168332" y="70408"/>
                  </a:lnTo>
                  <a:lnTo>
                    <a:pt x="131905" y="99165"/>
                  </a:lnTo>
                  <a:lnTo>
                    <a:pt x="99133" y="131947"/>
                  </a:lnTo>
                  <a:lnTo>
                    <a:pt x="70386" y="168386"/>
                  </a:lnTo>
                  <a:lnTo>
                    <a:pt x="46035" y="208111"/>
                  </a:lnTo>
                  <a:lnTo>
                    <a:pt x="26450" y="250750"/>
                  </a:lnTo>
                  <a:lnTo>
                    <a:pt x="12002" y="295933"/>
                  </a:lnTo>
                  <a:lnTo>
                    <a:pt x="3062" y="343290"/>
                  </a:lnTo>
                  <a:lnTo>
                    <a:pt x="0" y="392450"/>
                  </a:lnTo>
                  <a:lnTo>
                    <a:pt x="3062" y="441612"/>
                  </a:lnTo>
                  <a:lnTo>
                    <a:pt x="12003" y="488971"/>
                  </a:lnTo>
                  <a:lnTo>
                    <a:pt x="26451" y="534156"/>
                  </a:lnTo>
                  <a:lnTo>
                    <a:pt x="46035" y="576798"/>
                  </a:lnTo>
                  <a:lnTo>
                    <a:pt x="70387" y="616524"/>
                  </a:lnTo>
                  <a:lnTo>
                    <a:pt x="99134" y="652965"/>
                  </a:lnTo>
                  <a:lnTo>
                    <a:pt x="131906" y="685749"/>
                  </a:lnTo>
                  <a:lnTo>
                    <a:pt x="168334" y="714507"/>
                  </a:lnTo>
                  <a:lnTo>
                    <a:pt x="208045" y="738867"/>
                  </a:lnTo>
                  <a:lnTo>
                    <a:pt x="250670" y="758459"/>
                  </a:lnTo>
                  <a:lnTo>
                    <a:pt x="295839" y="772912"/>
                  </a:lnTo>
                  <a:lnTo>
                    <a:pt x="343180" y="781856"/>
                  </a:lnTo>
                  <a:lnTo>
                    <a:pt x="392324" y="784920"/>
                  </a:lnTo>
                  <a:lnTo>
                    <a:pt x="441471" y="781856"/>
                  </a:lnTo>
                  <a:lnTo>
                    <a:pt x="488815" y="772912"/>
                  </a:lnTo>
                  <a:lnTo>
                    <a:pt x="533986" y="758459"/>
                  </a:lnTo>
                  <a:lnTo>
                    <a:pt x="576612" y="738867"/>
                  </a:lnTo>
                  <a:lnTo>
                    <a:pt x="616324" y="714507"/>
                  </a:lnTo>
                  <a:lnTo>
                    <a:pt x="652752" y="685749"/>
                  </a:lnTo>
                  <a:lnTo>
                    <a:pt x="685524" y="652965"/>
                  </a:lnTo>
                  <a:lnTo>
                    <a:pt x="714270" y="616524"/>
                  </a:lnTo>
                  <a:lnTo>
                    <a:pt x="738621" y="576798"/>
                  </a:lnTo>
                  <a:lnTo>
                    <a:pt x="758205" y="534156"/>
                  </a:lnTo>
                  <a:lnTo>
                    <a:pt x="772652" y="488971"/>
                  </a:lnTo>
                  <a:lnTo>
                    <a:pt x="781592" y="441612"/>
                  </a:lnTo>
                  <a:lnTo>
                    <a:pt x="784654" y="392450"/>
                  </a:lnTo>
                  <a:lnTo>
                    <a:pt x="781288" y="340645"/>
                  </a:lnTo>
                  <a:lnTo>
                    <a:pt x="771331" y="290388"/>
                  </a:lnTo>
                  <a:lnTo>
                    <a:pt x="754991" y="242185"/>
                  </a:lnTo>
                  <a:lnTo>
                    <a:pt x="732475" y="196539"/>
                  </a:lnTo>
                  <a:lnTo>
                    <a:pt x="703994" y="153956"/>
                  </a:lnTo>
                  <a:lnTo>
                    <a:pt x="669754" y="114942"/>
                  </a:lnTo>
                  <a:lnTo>
                    <a:pt x="676902" y="174694"/>
                  </a:lnTo>
                  <a:lnTo>
                    <a:pt x="702902" y="213584"/>
                  </a:lnTo>
                  <a:lnTo>
                    <a:pt x="723457" y="255267"/>
                  </a:lnTo>
                  <a:lnTo>
                    <a:pt x="738375" y="299280"/>
                  </a:lnTo>
                  <a:lnTo>
                    <a:pt x="747466" y="345161"/>
                  </a:lnTo>
                  <a:lnTo>
                    <a:pt x="750539" y="392450"/>
                  </a:lnTo>
                  <a:lnTo>
                    <a:pt x="747263" y="441010"/>
                  </a:lnTo>
                  <a:lnTo>
                    <a:pt x="737721" y="487605"/>
                  </a:lnTo>
                  <a:lnTo>
                    <a:pt x="722343" y="531803"/>
                  </a:lnTo>
                  <a:lnTo>
                    <a:pt x="701560" y="573175"/>
                  </a:lnTo>
                  <a:lnTo>
                    <a:pt x="675802" y="611291"/>
                  </a:lnTo>
                  <a:lnTo>
                    <a:pt x="645498" y="645720"/>
                  </a:lnTo>
                  <a:lnTo>
                    <a:pt x="611080" y="676033"/>
                  </a:lnTo>
                  <a:lnTo>
                    <a:pt x="572977" y="701799"/>
                  </a:lnTo>
                  <a:lnTo>
                    <a:pt x="531620" y="722588"/>
                  </a:lnTo>
                  <a:lnTo>
                    <a:pt x="487439" y="737969"/>
                  </a:lnTo>
                  <a:lnTo>
                    <a:pt x="440863" y="747514"/>
                  </a:lnTo>
                  <a:lnTo>
                    <a:pt x="392324" y="750791"/>
                  </a:lnTo>
                  <a:lnTo>
                    <a:pt x="343782" y="747514"/>
                  </a:lnTo>
                  <a:lnTo>
                    <a:pt x="297205" y="737969"/>
                  </a:lnTo>
                  <a:lnTo>
                    <a:pt x="253023" y="722588"/>
                  </a:lnTo>
                  <a:lnTo>
                    <a:pt x="211666" y="701799"/>
                  </a:lnTo>
                  <a:lnTo>
                    <a:pt x="173565" y="676033"/>
                  </a:lnTo>
                  <a:lnTo>
                    <a:pt x="139148" y="645720"/>
                  </a:lnTo>
                  <a:lnTo>
                    <a:pt x="108847" y="611291"/>
                  </a:lnTo>
                  <a:lnTo>
                    <a:pt x="83091" y="573175"/>
                  </a:lnTo>
                  <a:lnTo>
                    <a:pt x="62310" y="531803"/>
                  </a:lnTo>
                  <a:lnTo>
                    <a:pt x="46934" y="487605"/>
                  </a:lnTo>
                  <a:lnTo>
                    <a:pt x="37393" y="441010"/>
                  </a:lnTo>
                  <a:lnTo>
                    <a:pt x="34117" y="392450"/>
                  </a:lnTo>
                  <a:lnTo>
                    <a:pt x="37207" y="345271"/>
                  </a:lnTo>
                  <a:lnTo>
                    <a:pt x="46217" y="299932"/>
                  </a:lnTo>
                  <a:lnTo>
                    <a:pt x="60752" y="256828"/>
                  </a:lnTo>
                  <a:lnTo>
                    <a:pt x="80419" y="216354"/>
                  </a:lnTo>
                  <a:lnTo>
                    <a:pt x="104824" y="178903"/>
                  </a:lnTo>
                  <a:lnTo>
                    <a:pt x="133573" y="144869"/>
                  </a:lnTo>
                  <a:lnTo>
                    <a:pt x="166274" y="114649"/>
                  </a:lnTo>
                  <a:lnTo>
                    <a:pt x="202532" y="88635"/>
                  </a:lnTo>
                  <a:lnTo>
                    <a:pt x="241953" y="67222"/>
                  </a:lnTo>
                  <a:lnTo>
                    <a:pt x="284145" y="50805"/>
                  </a:lnTo>
                  <a:lnTo>
                    <a:pt x="328714" y="39779"/>
                  </a:lnTo>
                  <a:lnTo>
                    <a:pt x="375265" y="34537"/>
                  </a:lnTo>
                  <a:lnTo>
                    <a:pt x="375265" y="103247"/>
                  </a:lnTo>
                  <a:lnTo>
                    <a:pt x="325887" y="110426"/>
                  </a:lnTo>
                  <a:lnTo>
                    <a:pt x="279544" y="125556"/>
                  </a:lnTo>
                  <a:lnTo>
                    <a:pt x="236976" y="147904"/>
                  </a:lnTo>
                  <a:lnTo>
                    <a:pt x="198926" y="176736"/>
                  </a:lnTo>
                  <a:lnTo>
                    <a:pt x="166132" y="211317"/>
                  </a:lnTo>
                  <a:lnTo>
                    <a:pt x="139337" y="250913"/>
                  </a:lnTo>
                  <a:lnTo>
                    <a:pt x="119280" y="294790"/>
                  </a:lnTo>
                  <a:lnTo>
                    <a:pt x="106703" y="342214"/>
                  </a:lnTo>
                  <a:lnTo>
                    <a:pt x="102347" y="392450"/>
                  </a:lnTo>
                  <a:lnTo>
                    <a:pt x="106149" y="439442"/>
                  </a:lnTo>
                  <a:lnTo>
                    <a:pt x="117154" y="484043"/>
                  </a:lnTo>
                  <a:lnTo>
                    <a:pt x="134761" y="525650"/>
                  </a:lnTo>
                  <a:lnTo>
                    <a:pt x="158368" y="563662"/>
                  </a:lnTo>
                  <a:lnTo>
                    <a:pt x="187373" y="597477"/>
                  </a:lnTo>
                  <a:lnTo>
                    <a:pt x="221176" y="626494"/>
                  </a:lnTo>
                  <a:lnTo>
                    <a:pt x="259173" y="650109"/>
                  </a:lnTo>
                  <a:lnTo>
                    <a:pt x="300765" y="667723"/>
                  </a:lnTo>
                  <a:lnTo>
                    <a:pt x="345349" y="678732"/>
                  </a:lnTo>
                  <a:lnTo>
                    <a:pt x="392324" y="682535"/>
                  </a:lnTo>
                  <a:lnTo>
                    <a:pt x="439298" y="678732"/>
                  </a:lnTo>
                  <a:lnTo>
                    <a:pt x="483882" y="667723"/>
                  </a:lnTo>
                  <a:lnTo>
                    <a:pt x="525474" y="650109"/>
                  </a:lnTo>
                  <a:lnTo>
                    <a:pt x="563473" y="626494"/>
                  </a:lnTo>
                  <a:lnTo>
                    <a:pt x="597277" y="597477"/>
                  </a:lnTo>
                  <a:lnTo>
                    <a:pt x="626284" y="563662"/>
                  </a:lnTo>
                  <a:lnTo>
                    <a:pt x="649892" y="525650"/>
                  </a:lnTo>
                  <a:lnTo>
                    <a:pt x="667501" y="484043"/>
                  </a:lnTo>
                  <a:lnTo>
                    <a:pt x="678507" y="439442"/>
                  </a:lnTo>
                  <a:lnTo>
                    <a:pt x="682309" y="392450"/>
                  </a:lnTo>
                  <a:lnTo>
                    <a:pt x="678734" y="346610"/>
                  </a:lnTo>
                  <a:lnTo>
                    <a:pt x="668186" y="302540"/>
                  </a:lnTo>
                  <a:lnTo>
                    <a:pt x="650928" y="260879"/>
                  </a:lnTo>
                  <a:lnTo>
                    <a:pt x="627224" y="222266"/>
                  </a:lnTo>
                  <a:lnTo>
                    <a:pt x="597340" y="187338"/>
                  </a:lnTo>
                  <a:lnTo>
                    <a:pt x="605344" y="250507"/>
                  </a:lnTo>
                  <a:lnTo>
                    <a:pt x="628845" y="294434"/>
                  </a:lnTo>
                  <a:lnTo>
                    <a:pt x="643281" y="342120"/>
                  </a:lnTo>
                  <a:lnTo>
                    <a:pt x="648194" y="392450"/>
                  </a:lnTo>
                  <a:lnTo>
                    <a:pt x="644065" y="438404"/>
                  </a:lnTo>
                  <a:lnTo>
                    <a:pt x="632163" y="481677"/>
                  </a:lnTo>
                  <a:lnTo>
                    <a:pt x="613215" y="521544"/>
                  </a:lnTo>
                  <a:lnTo>
                    <a:pt x="587949" y="557274"/>
                  </a:lnTo>
                  <a:lnTo>
                    <a:pt x="557094" y="588141"/>
                  </a:lnTo>
                  <a:lnTo>
                    <a:pt x="521375" y="613415"/>
                  </a:lnTo>
                  <a:lnTo>
                    <a:pt x="481523" y="632370"/>
                  </a:lnTo>
                  <a:lnTo>
                    <a:pt x="438263" y="644277"/>
                  </a:lnTo>
                  <a:lnTo>
                    <a:pt x="392324" y="648408"/>
                  </a:lnTo>
                  <a:lnTo>
                    <a:pt x="346387" y="644277"/>
                  </a:lnTo>
                  <a:lnTo>
                    <a:pt x="303130" y="632370"/>
                  </a:lnTo>
                  <a:lnTo>
                    <a:pt x="263278" y="613415"/>
                  </a:lnTo>
                  <a:lnTo>
                    <a:pt x="227561" y="588141"/>
                  </a:lnTo>
                  <a:lnTo>
                    <a:pt x="196706" y="557274"/>
                  </a:lnTo>
                  <a:lnTo>
                    <a:pt x="171441" y="521544"/>
                  </a:lnTo>
                  <a:lnTo>
                    <a:pt x="152493" y="481677"/>
                  </a:lnTo>
                  <a:lnTo>
                    <a:pt x="140591" y="438404"/>
                  </a:lnTo>
                  <a:lnTo>
                    <a:pt x="136461" y="392450"/>
                  </a:lnTo>
                  <a:lnTo>
                    <a:pt x="141263" y="342977"/>
                  </a:lnTo>
                  <a:lnTo>
                    <a:pt x="155055" y="296713"/>
                  </a:lnTo>
                  <a:lnTo>
                    <a:pt x="176921" y="254566"/>
                  </a:lnTo>
                  <a:lnTo>
                    <a:pt x="205945" y="217442"/>
                  </a:lnTo>
                  <a:lnTo>
                    <a:pt x="241208" y="186249"/>
                  </a:lnTo>
                  <a:lnTo>
                    <a:pt x="281794" y="161895"/>
                  </a:lnTo>
                  <a:lnTo>
                    <a:pt x="326785" y="145286"/>
                  </a:lnTo>
                  <a:lnTo>
                    <a:pt x="375265" y="137329"/>
                  </a:lnTo>
                  <a:lnTo>
                    <a:pt x="375265" y="205585"/>
                  </a:lnTo>
                  <a:lnTo>
                    <a:pt x="329474" y="215658"/>
                  </a:lnTo>
                  <a:lnTo>
                    <a:pt x="288603" y="236178"/>
                  </a:lnTo>
                  <a:lnTo>
                    <a:pt x="254170" y="265630"/>
                  </a:lnTo>
                  <a:lnTo>
                    <a:pt x="227694" y="302502"/>
                  </a:lnTo>
                  <a:lnTo>
                    <a:pt x="210695" y="345280"/>
                  </a:lnTo>
                  <a:lnTo>
                    <a:pt x="204691" y="392450"/>
                  </a:lnTo>
                  <a:lnTo>
                    <a:pt x="211404" y="442295"/>
                  </a:lnTo>
                  <a:lnTo>
                    <a:pt x="230343" y="487119"/>
                  </a:lnTo>
                  <a:lnTo>
                    <a:pt x="259705" y="525118"/>
                  </a:lnTo>
                  <a:lnTo>
                    <a:pt x="297690" y="554491"/>
                  </a:lnTo>
                  <a:lnTo>
                    <a:pt x="342497" y="573437"/>
                  </a:lnTo>
                  <a:lnTo>
                    <a:pt x="392324" y="580152"/>
                  </a:lnTo>
                  <a:lnTo>
                    <a:pt x="442157" y="573437"/>
                  </a:lnTo>
                  <a:lnTo>
                    <a:pt x="486967" y="554491"/>
                  </a:lnTo>
                  <a:lnTo>
                    <a:pt x="524953" y="525118"/>
                  </a:lnTo>
                  <a:lnTo>
                    <a:pt x="554315" y="487119"/>
                  </a:lnTo>
                  <a:lnTo>
                    <a:pt x="573252" y="442295"/>
                  </a:lnTo>
                  <a:lnTo>
                    <a:pt x="579964" y="392450"/>
                  </a:lnTo>
                  <a:lnTo>
                    <a:pt x="576362" y="355551"/>
                  </a:lnTo>
                  <a:lnTo>
                    <a:pt x="548551" y="288376"/>
                  </a:lnTo>
                  <a:lnTo>
                    <a:pt x="519362" y="255997"/>
                  </a:lnTo>
                  <a:lnTo>
                    <a:pt x="520135" y="307299"/>
                  </a:lnTo>
                  <a:lnTo>
                    <a:pt x="534239" y="333654"/>
                  </a:lnTo>
                  <a:lnTo>
                    <a:pt x="542901" y="362258"/>
                  </a:lnTo>
                  <a:lnTo>
                    <a:pt x="545849" y="392450"/>
                  </a:lnTo>
                  <a:lnTo>
                    <a:pt x="538010" y="440936"/>
                  </a:lnTo>
                  <a:lnTo>
                    <a:pt x="516190" y="483087"/>
                  </a:lnTo>
                  <a:lnTo>
                    <a:pt x="482938" y="516352"/>
                  </a:lnTo>
                  <a:lnTo>
                    <a:pt x="440800" y="538181"/>
                  </a:lnTo>
                  <a:lnTo>
                    <a:pt x="392324" y="546025"/>
                  </a:lnTo>
                  <a:lnTo>
                    <a:pt x="343855" y="538181"/>
                  </a:lnTo>
                  <a:lnTo>
                    <a:pt x="301720" y="516352"/>
                  </a:lnTo>
                  <a:lnTo>
                    <a:pt x="268468" y="483087"/>
                  </a:lnTo>
                  <a:lnTo>
                    <a:pt x="246646" y="440936"/>
                  </a:lnTo>
                  <a:lnTo>
                    <a:pt x="238806" y="392450"/>
                  </a:lnTo>
                  <a:lnTo>
                    <a:pt x="245649" y="347211"/>
                  </a:lnTo>
                  <a:lnTo>
                    <a:pt x="264792" y="307425"/>
                  </a:lnTo>
                  <a:lnTo>
                    <a:pt x="294161" y="275075"/>
                  </a:lnTo>
                  <a:lnTo>
                    <a:pt x="331677" y="252147"/>
                  </a:lnTo>
                  <a:lnTo>
                    <a:pt x="375266" y="240623"/>
                  </a:lnTo>
                  <a:lnTo>
                    <a:pt x="375266" y="344416"/>
                  </a:lnTo>
                  <a:lnTo>
                    <a:pt x="361572" y="351790"/>
                  </a:lnTo>
                  <a:lnTo>
                    <a:pt x="350775" y="362774"/>
                  </a:lnTo>
                  <a:lnTo>
                    <a:pt x="343694" y="376597"/>
                  </a:lnTo>
                  <a:lnTo>
                    <a:pt x="341151" y="392486"/>
                  </a:lnTo>
                  <a:lnTo>
                    <a:pt x="345179" y="412391"/>
                  </a:lnTo>
                  <a:lnTo>
                    <a:pt x="356156" y="428665"/>
                  </a:lnTo>
                  <a:lnTo>
                    <a:pt x="372424" y="439648"/>
                  </a:lnTo>
                  <a:lnTo>
                    <a:pt x="392323" y="443678"/>
                  </a:lnTo>
                  <a:lnTo>
                    <a:pt x="412222" y="439648"/>
                  </a:lnTo>
                  <a:lnTo>
                    <a:pt x="428493" y="428665"/>
                  </a:lnTo>
                  <a:lnTo>
                    <a:pt x="439475" y="412391"/>
                  </a:lnTo>
                  <a:lnTo>
                    <a:pt x="443505" y="392486"/>
                  </a:lnTo>
                  <a:lnTo>
                    <a:pt x="440960" y="376597"/>
                  </a:lnTo>
                  <a:lnTo>
                    <a:pt x="433875" y="362774"/>
                  </a:lnTo>
                  <a:lnTo>
                    <a:pt x="423073" y="351790"/>
                  </a:lnTo>
                  <a:lnTo>
                    <a:pt x="409381" y="344416"/>
                  </a:lnTo>
                  <a:lnTo>
                    <a:pt x="409380" y="7644"/>
                  </a:lnTo>
                  <a:lnTo>
                    <a:pt x="401738" y="0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 descr="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754038" y="1019238"/>
              <a:ext cx="4733925" cy="8258111"/>
            </a:xfrm>
            <a:prstGeom prst="rect">
              <a:avLst/>
            </a:prstGeom>
          </p:spPr>
        </p:pic>
      </p:grpSp>
      <p:pic>
        <p:nvPicPr>
          <p:cNvPr id="12" name="object 12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1973" y="2449829"/>
            <a:ext cx="465112" cy="619759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009903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6950" spc="-620"/>
              <a:t>RESULTADOS</a:t>
            </a:r>
            <a:endParaRPr sz="6950"/>
          </a:p>
          <a:p>
            <a:pPr marL="12700">
              <a:lnSpc>
                <a:spcPct val="100000"/>
              </a:lnSpc>
              <a:spcBef>
                <a:spcPts val="5700"/>
              </a:spcBef>
            </a:pPr>
            <a:r>
              <a:rPr dirty="0" sz="6950" spc="-475">
                <a:solidFill>
                  <a:srgbClr val="FD422D"/>
                </a:solidFill>
              </a:rPr>
              <a:t>CONCLUSÃO</a:t>
            </a:r>
            <a:endParaRPr sz="6950"/>
          </a:p>
        </p:txBody>
      </p:sp>
      <p:pic>
        <p:nvPicPr>
          <p:cNvPr id="14" name="object 14" descr="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20507" y="3261995"/>
            <a:ext cx="3434969" cy="304800"/>
          </a:xfrm>
          <a:prstGeom prst="rect">
            <a:avLst/>
          </a:prstGeom>
        </p:spPr>
      </p:pic>
      <p:pic>
        <p:nvPicPr>
          <p:cNvPr id="15" name="object 15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876285" y="3727196"/>
            <a:ext cx="77850" cy="77724"/>
          </a:xfrm>
          <a:prstGeom prst="rect">
            <a:avLst/>
          </a:prstGeom>
        </p:spPr>
      </p:pic>
      <p:pic>
        <p:nvPicPr>
          <p:cNvPr id="16" name="object 16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144509" y="3642995"/>
            <a:ext cx="2730881" cy="295782"/>
          </a:xfrm>
          <a:prstGeom prst="rect">
            <a:avLst/>
          </a:prstGeom>
        </p:spPr>
      </p:pic>
      <p:pic>
        <p:nvPicPr>
          <p:cNvPr id="17" name="object 17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159242" y="4023995"/>
            <a:ext cx="2206498" cy="234822"/>
          </a:xfrm>
          <a:prstGeom prst="rect">
            <a:avLst/>
          </a:prstGeom>
        </p:spPr>
      </p:pic>
      <p:pic>
        <p:nvPicPr>
          <p:cNvPr id="18" name="object 18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142605" y="4404995"/>
            <a:ext cx="1740789" cy="234822"/>
          </a:xfrm>
          <a:prstGeom prst="rect">
            <a:avLst/>
          </a:prstGeom>
        </p:spPr>
      </p:pic>
      <p:pic>
        <p:nvPicPr>
          <p:cNvPr id="19" name="object 19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876285" y="4870196"/>
            <a:ext cx="77850" cy="77724"/>
          </a:xfrm>
          <a:prstGeom prst="rect">
            <a:avLst/>
          </a:prstGeom>
        </p:spPr>
      </p:pic>
      <p:pic>
        <p:nvPicPr>
          <p:cNvPr id="20" name="object 20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8128761" y="4784344"/>
            <a:ext cx="3338957" cy="295782"/>
          </a:xfrm>
          <a:prstGeom prst="rect">
            <a:avLst/>
          </a:prstGeom>
        </p:spPr>
      </p:pic>
      <p:pic>
        <p:nvPicPr>
          <p:cNvPr id="21" name="object 21" descr="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160893" y="5166995"/>
            <a:ext cx="2789301" cy="295782"/>
          </a:xfrm>
          <a:prstGeom prst="rect">
            <a:avLst/>
          </a:prstGeom>
        </p:spPr>
      </p:pic>
      <p:pic>
        <p:nvPicPr>
          <p:cNvPr id="22" name="object 22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876285" y="5632196"/>
            <a:ext cx="77850" cy="77724"/>
          </a:xfrm>
          <a:prstGeom prst="rect">
            <a:avLst/>
          </a:prstGeom>
        </p:spPr>
      </p:pic>
      <p:pic>
        <p:nvPicPr>
          <p:cNvPr id="23" name="object 23" descr="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129396" y="5547995"/>
            <a:ext cx="3552444" cy="234822"/>
          </a:xfrm>
          <a:prstGeom prst="rect">
            <a:avLst/>
          </a:prstGeom>
        </p:spPr>
      </p:pic>
      <p:sp>
        <p:nvSpPr>
          <p:cNvPr id="24" name="object 24" descr=""/>
          <p:cNvSpPr/>
          <p:nvPr/>
        </p:nvSpPr>
        <p:spPr>
          <a:xfrm>
            <a:off x="8159242" y="5928995"/>
            <a:ext cx="686435" cy="234950"/>
          </a:xfrm>
          <a:custGeom>
            <a:avLst/>
            <a:gdLst/>
            <a:ahLst/>
            <a:cxnLst/>
            <a:rect l="l" t="t" r="r" b="b"/>
            <a:pathLst>
              <a:path w="686434" h="234950">
                <a:moveTo>
                  <a:pt x="21462" y="67817"/>
                </a:moveTo>
                <a:lnTo>
                  <a:pt x="0" y="67817"/>
                </a:lnTo>
                <a:lnTo>
                  <a:pt x="0" y="233171"/>
                </a:lnTo>
                <a:lnTo>
                  <a:pt x="22351" y="233171"/>
                </a:lnTo>
                <a:lnTo>
                  <a:pt x="22351" y="148970"/>
                </a:lnTo>
                <a:lnTo>
                  <a:pt x="23280" y="135302"/>
                </a:lnTo>
                <a:lnTo>
                  <a:pt x="26066" y="123253"/>
                </a:lnTo>
                <a:lnTo>
                  <a:pt x="30710" y="112823"/>
                </a:lnTo>
                <a:lnTo>
                  <a:pt x="37210" y="104012"/>
                </a:lnTo>
                <a:lnTo>
                  <a:pt x="41591" y="100202"/>
                </a:lnTo>
                <a:lnTo>
                  <a:pt x="21462" y="100202"/>
                </a:lnTo>
                <a:lnTo>
                  <a:pt x="21462" y="67817"/>
                </a:lnTo>
                <a:close/>
              </a:path>
              <a:path w="686434" h="234950">
                <a:moveTo>
                  <a:pt x="83311" y="66547"/>
                </a:moveTo>
                <a:lnTo>
                  <a:pt x="44830" y="75056"/>
                </a:lnTo>
                <a:lnTo>
                  <a:pt x="21462" y="100202"/>
                </a:lnTo>
                <a:lnTo>
                  <a:pt x="41591" y="100202"/>
                </a:lnTo>
                <a:lnTo>
                  <a:pt x="45259" y="97012"/>
                </a:lnTo>
                <a:lnTo>
                  <a:pt x="54736" y="92011"/>
                </a:lnTo>
                <a:lnTo>
                  <a:pt x="65643" y="89011"/>
                </a:lnTo>
                <a:lnTo>
                  <a:pt x="77977" y="88010"/>
                </a:lnTo>
                <a:lnTo>
                  <a:pt x="83311" y="88010"/>
                </a:lnTo>
                <a:lnTo>
                  <a:pt x="83311" y="66547"/>
                </a:lnTo>
                <a:close/>
              </a:path>
              <a:path w="686434" h="234950">
                <a:moveTo>
                  <a:pt x="83311" y="88010"/>
                </a:moveTo>
                <a:lnTo>
                  <a:pt x="77977" y="88010"/>
                </a:lnTo>
                <a:lnTo>
                  <a:pt x="83311" y="88264"/>
                </a:lnTo>
                <a:lnTo>
                  <a:pt x="83311" y="88010"/>
                </a:lnTo>
                <a:close/>
              </a:path>
              <a:path w="686434" h="234950">
                <a:moveTo>
                  <a:pt x="178434" y="66547"/>
                </a:moveTo>
                <a:lnTo>
                  <a:pt x="137159" y="77342"/>
                </a:lnTo>
                <a:lnTo>
                  <a:pt x="108203" y="107187"/>
                </a:lnTo>
                <a:lnTo>
                  <a:pt x="97662" y="150494"/>
                </a:lnTo>
                <a:lnTo>
                  <a:pt x="98353" y="162282"/>
                </a:lnTo>
                <a:lnTo>
                  <a:pt x="114762" y="202951"/>
                </a:lnTo>
                <a:lnTo>
                  <a:pt x="149506" y="228661"/>
                </a:lnTo>
                <a:lnTo>
                  <a:pt x="184403" y="234822"/>
                </a:lnTo>
                <a:lnTo>
                  <a:pt x="194115" y="234374"/>
                </a:lnTo>
                <a:lnTo>
                  <a:pt x="235886" y="219376"/>
                </a:lnTo>
                <a:lnTo>
                  <a:pt x="241157" y="215010"/>
                </a:lnTo>
                <a:lnTo>
                  <a:pt x="185038" y="215010"/>
                </a:lnTo>
                <a:lnTo>
                  <a:pt x="171991" y="214012"/>
                </a:lnTo>
                <a:lnTo>
                  <a:pt x="131873" y="190537"/>
                </a:lnTo>
                <a:lnTo>
                  <a:pt x="120014" y="157479"/>
                </a:lnTo>
                <a:lnTo>
                  <a:pt x="258317" y="157479"/>
                </a:lnTo>
                <a:lnTo>
                  <a:pt x="258699" y="150494"/>
                </a:lnTo>
                <a:lnTo>
                  <a:pt x="258160" y="140842"/>
                </a:lnTo>
                <a:lnTo>
                  <a:pt x="120014" y="140842"/>
                </a:lnTo>
                <a:lnTo>
                  <a:pt x="122017" y="129129"/>
                </a:lnTo>
                <a:lnTo>
                  <a:pt x="147002" y="94297"/>
                </a:lnTo>
                <a:lnTo>
                  <a:pt x="178434" y="85725"/>
                </a:lnTo>
                <a:lnTo>
                  <a:pt x="231075" y="85725"/>
                </a:lnTo>
                <a:lnTo>
                  <a:pt x="228286" y="83202"/>
                </a:lnTo>
                <a:lnTo>
                  <a:pt x="219709" y="77342"/>
                </a:lnTo>
                <a:lnTo>
                  <a:pt x="210278" y="72602"/>
                </a:lnTo>
                <a:lnTo>
                  <a:pt x="200263" y="69230"/>
                </a:lnTo>
                <a:lnTo>
                  <a:pt x="189652" y="67216"/>
                </a:lnTo>
                <a:lnTo>
                  <a:pt x="178434" y="66547"/>
                </a:lnTo>
                <a:close/>
              </a:path>
              <a:path w="686434" h="234950">
                <a:moveTo>
                  <a:pt x="235711" y="193293"/>
                </a:moveTo>
                <a:lnTo>
                  <a:pt x="199818" y="213598"/>
                </a:lnTo>
                <a:lnTo>
                  <a:pt x="185038" y="215010"/>
                </a:lnTo>
                <a:lnTo>
                  <a:pt x="241157" y="215010"/>
                </a:lnTo>
                <a:lnTo>
                  <a:pt x="242362" y="214012"/>
                </a:lnTo>
                <a:lnTo>
                  <a:pt x="248284" y="207771"/>
                </a:lnTo>
                <a:lnTo>
                  <a:pt x="235711" y="193293"/>
                </a:lnTo>
                <a:close/>
              </a:path>
              <a:path w="686434" h="234950">
                <a:moveTo>
                  <a:pt x="231075" y="85725"/>
                </a:moveTo>
                <a:lnTo>
                  <a:pt x="178434" y="85725"/>
                </a:lnTo>
                <a:lnTo>
                  <a:pt x="190031" y="86677"/>
                </a:lnTo>
                <a:lnTo>
                  <a:pt x="200628" y="89535"/>
                </a:lnTo>
                <a:lnTo>
                  <a:pt x="231552" y="118570"/>
                </a:lnTo>
                <a:lnTo>
                  <a:pt x="237235" y="140842"/>
                </a:lnTo>
                <a:lnTo>
                  <a:pt x="258160" y="140842"/>
                </a:lnTo>
                <a:lnTo>
                  <a:pt x="258041" y="138709"/>
                </a:lnTo>
                <a:lnTo>
                  <a:pt x="256094" y="127555"/>
                </a:lnTo>
                <a:lnTo>
                  <a:pt x="256063" y="127380"/>
                </a:lnTo>
                <a:lnTo>
                  <a:pt x="252876" y="117044"/>
                </a:lnTo>
                <a:lnTo>
                  <a:pt x="252805" y="116812"/>
                </a:lnTo>
                <a:lnTo>
                  <a:pt x="248401" y="107187"/>
                </a:lnTo>
                <a:lnTo>
                  <a:pt x="248284" y="106933"/>
                </a:lnTo>
                <a:lnTo>
                  <a:pt x="242638" y="98113"/>
                </a:lnTo>
                <a:lnTo>
                  <a:pt x="235929" y="90122"/>
                </a:lnTo>
                <a:lnTo>
                  <a:pt x="231075" y="85725"/>
                </a:lnTo>
                <a:close/>
              </a:path>
              <a:path w="686434" h="234950">
                <a:moveTo>
                  <a:pt x="396076" y="86105"/>
                </a:moveTo>
                <a:lnTo>
                  <a:pt x="341502" y="86105"/>
                </a:lnTo>
                <a:lnTo>
                  <a:pt x="352262" y="86798"/>
                </a:lnTo>
                <a:lnTo>
                  <a:pt x="362183" y="88999"/>
                </a:lnTo>
                <a:lnTo>
                  <a:pt x="361928" y="88999"/>
                </a:lnTo>
                <a:lnTo>
                  <a:pt x="369685" y="92374"/>
                </a:lnTo>
                <a:lnTo>
                  <a:pt x="376300" y="97281"/>
                </a:lnTo>
                <a:lnTo>
                  <a:pt x="381541" y="103469"/>
                </a:lnTo>
                <a:lnTo>
                  <a:pt x="385270" y="110966"/>
                </a:lnTo>
                <a:lnTo>
                  <a:pt x="387498" y="119749"/>
                </a:lnTo>
                <a:lnTo>
                  <a:pt x="388238" y="129793"/>
                </a:lnTo>
                <a:lnTo>
                  <a:pt x="388238" y="139826"/>
                </a:lnTo>
                <a:lnTo>
                  <a:pt x="335787" y="139826"/>
                </a:lnTo>
                <a:lnTo>
                  <a:pt x="320260" y="140636"/>
                </a:lnTo>
                <a:lnTo>
                  <a:pt x="280606" y="159686"/>
                </a:lnTo>
                <a:lnTo>
                  <a:pt x="272033" y="186689"/>
                </a:lnTo>
                <a:lnTo>
                  <a:pt x="272911" y="195706"/>
                </a:lnTo>
                <a:lnTo>
                  <a:pt x="297193" y="227375"/>
                </a:lnTo>
                <a:lnTo>
                  <a:pt x="332358" y="234822"/>
                </a:lnTo>
                <a:lnTo>
                  <a:pt x="342044" y="234370"/>
                </a:lnTo>
                <a:lnTo>
                  <a:pt x="379904" y="218916"/>
                </a:lnTo>
                <a:lnTo>
                  <a:pt x="381555" y="217169"/>
                </a:lnTo>
                <a:lnTo>
                  <a:pt x="335787" y="217169"/>
                </a:lnTo>
                <a:lnTo>
                  <a:pt x="326429" y="216646"/>
                </a:lnTo>
                <a:lnTo>
                  <a:pt x="294004" y="195706"/>
                </a:lnTo>
                <a:lnTo>
                  <a:pt x="294004" y="186054"/>
                </a:lnTo>
                <a:lnTo>
                  <a:pt x="296650" y="173126"/>
                </a:lnTo>
                <a:lnTo>
                  <a:pt x="304593" y="163877"/>
                </a:lnTo>
                <a:lnTo>
                  <a:pt x="317847" y="158319"/>
                </a:lnTo>
                <a:lnTo>
                  <a:pt x="336423" y="156463"/>
                </a:lnTo>
                <a:lnTo>
                  <a:pt x="410590" y="156463"/>
                </a:lnTo>
                <a:lnTo>
                  <a:pt x="410526" y="129793"/>
                </a:lnTo>
                <a:lnTo>
                  <a:pt x="409517" y="115825"/>
                </a:lnTo>
                <a:lnTo>
                  <a:pt x="406288" y="102885"/>
                </a:lnTo>
                <a:lnTo>
                  <a:pt x="400893" y="91874"/>
                </a:lnTo>
                <a:lnTo>
                  <a:pt x="396076" y="86105"/>
                </a:lnTo>
                <a:close/>
              </a:path>
              <a:path w="686434" h="234950">
                <a:moveTo>
                  <a:pt x="410590" y="207390"/>
                </a:moveTo>
                <a:lnTo>
                  <a:pt x="389254" y="207390"/>
                </a:lnTo>
                <a:lnTo>
                  <a:pt x="389254" y="233171"/>
                </a:lnTo>
                <a:lnTo>
                  <a:pt x="410590" y="233171"/>
                </a:lnTo>
                <a:lnTo>
                  <a:pt x="410590" y="207390"/>
                </a:lnTo>
                <a:close/>
              </a:path>
              <a:path w="686434" h="234950">
                <a:moveTo>
                  <a:pt x="410590" y="156463"/>
                </a:moveTo>
                <a:lnTo>
                  <a:pt x="388238" y="156463"/>
                </a:lnTo>
                <a:lnTo>
                  <a:pt x="388238" y="183514"/>
                </a:lnTo>
                <a:lnTo>
                  <a:pt x="384550" y="191210"/>
                </a:lnTo>
                <a:lnTo>
                  <a:pt x="353085" y="215074"/>
                </a:lnTo>
                <a:lnTo>
                  <a:pt x="352903" y="215074"/>
                </a:lnTo>
                <a:lnTo>
                  <a:pt x="344771" y="216646"/>
                </a:lnTo>
                <a:lnTo>
                  <a:pt x="344520" y="216646"/>
                </a:lnTo>
                <a:lnTo>
                  <a:pt x="335787" y="217169"/>
                </a:lnTo>
                <a:lnTo>
                  <a:pt x="381555" y="217169"/>
                </a:lnTo>
                <a:lnTo>
                  <a:pt x="385014" y="213510"/>
                </a:lnTo>
                <a:lnTo>
                  <a:pt x="389254" y="207390"/>
                </a:lnTo>
                <a:lnTo>
                  <a:pt x="410590" y="207390"/>
                </a:lnTo>
                <a:lnTo>
                  <a:pt x="410590" y="156463"/>
                </a:lnTo>
                <a:close/>
              </a:path>
              <a:path w="686434" h="234950">
                <a:moveTo>
                  <a:pt x="343661" y="66547"/>
                </a:moveTo>
                <a:lnTo>
                  <a:pt x="297887" y="75709"/>
                </a:lnTo>
                <a:lnTo>
                  <a:pt x="276221" y="88999"/>
                </a:lnTo>
                <a:lnTo>
                  <a:pt x="276411" y="88999"/>
                </a:lnTo>
                <a:lnTo>
                  <a:pt x="286384" y="105537"/>
                </a:lnTo>
                <a:lnTo>
                  <a:pt x="326056" y="87375"/>
                </a:lnTo>
                <a:lnTo>
                  <a:pt x="341502" y="86105"/>
                </a:lnTo>
                <a:lnTo>
                  <a:pt x="396076" y="86105"/>
                </a:lnTo>
                <a:lnTo>
                  <a:pt x="393318" y="82803"/>
                </a:lnTo>
                <a:lnTo>
                  <a:pt x="383720" y="75709"/>
                </a:lnTo>
                <a:lnTo>
                  <a:pt x="372252" y="70627"/>
                </a:lnTo>
                <a:lnTo>
                  <a:pt x="358903" y="67569"/>
                </a:lnTo>
                <a:lnTo>
                  <a:pt x="343661" y="66547"/>
                </a:lnTo>
                <a:close/>
              </a:path>
              <a:path w="686434" h="234950">
                <a:moveTo>
                  <a:pt x="479551" y="67817"/>
                </a:moveTo>
                <a:lnTo>
                  <a:pt x="457200" y="67817"/>
                </a:lnTo>
                <a:lnTo>
                  <a:pt x="457200" y="233171"/>
                </a:lnTo>
                <a:lnTo>
                  <a:pt x="479551" y="233171"/>
                </a:lnTo>
                <a:lnTo>
                  <a:pt x="479551" y="67817"/>
                </a:lnTo>
                <a:close/>
              </a:path>
              <a:path w="686434" h="234950">
                <a:moveTo>
                  <a:pt x="473201" y="0"/>
                </a:moveTo>
                <a:lnTo>
                  <a:pt x="463930" y="0"/>
                </a:lnTo>
                <a:lnTo>
                  <a:pt x="460121" y="1524"/>
                </a:lnTo>
                <a:lnTo>
                  <a:pt x="453771" y="7874"/>
                </a:lnTo>
                <a:lnTo>
                  <a:pt x="452355" y="11175"/>
                </a:lnTo>
                <a:lnTo>
                  <a:pt x="452247" y="20065"/>
                </a:lnTo>
                <a:lnTo>
                  <a:pt x="453771" y="23875"/>
                </a:lnTo>
                <a:lnTo>
                  <a:pt x="456946" y="27050"/>
                </a:lnTo>
                <a:lnTo>
                  <a:pt x="460121" y="30099"/>
                </a:lnTo>
                <a:lnTo>
                  <a:pt x="463930" y="31750"/>
                </a:lnTo>
                <a:lnTo>
                  <a:pt x="473201" y="31750"/>
                </a:lnTo>
                <a:lnTo>
                  <a:pt x="484885" y="11175"/>
                </a:lnTo>
                <a:lnTo>
                  <a:pt x="483470" y="7874"/>
                </a:lnTo>
                <a:lnTo>
                  <a:pt x="483361" y="7619"/>
                </a:lnTo>
                <a:lnTo>
                  <a:pt x="477011" y="1524"/>
                </a:lnTo>
                <a:lnTo>
                  <a:pt x="473201" y="0"/>
                </a:lnTo>
                <a:close/>
              </a:path>
              <a:path w="686434" h="234950">
                <a:moveTo>
                  <a:pt x="511048" y="196722"/>
                </a:moveTo>
                <a:lnTo>
                  <a:pt x="501014" y="214375"/>
                </a:lnTo>
                <a:lnTo>
                  <a:pt x="506678" y="218568"/>
                </a:lnTo>
                <a:lnTo>
                  <a:pt x="513365" y="222392"/>
                </a:lnTo>
                <a:lnTo>
                  <a:pt x="521053" y="225859"/>
                </a:lnTo>
                <a:lnTo>
                  <a:pt x="529716" y="228980"/>
                </a:lnTo>
                <a:lnTo>
                  <a:pt x="539418" y="231600"/>
                </a:lnTo>
                <a:lnTo>
                  <a:pt x="539568" y="231600"/>
                </a:lnTo>
                <a:lnTo>
                  <a:pt x="548576" y="233330"/>
                </a:lnTo>
                <a:lnTo>
                  <a:pt x="558291" y="234445"/>
                </a:lnTo>
                <a:lnTo>
                  <a:pt x="568198" y="234822"/>
                </a:lnTo>
                <a:lnTo>
                  <a:pt x="583394" y="234015"/>
                </a:lnTo>
                <a:lnTo>
                  <a:pt x="596804" y="231600"/>
                </a:lnTo>
                <a:lnTo>
                  <a:pt x="608453" y="227589"/>
                </a:lnTo>
                <a:lnTo>
                  <a:pt x="618362" y="221995"/>
                </a:lnTo>
                <a:lnTo>
                  <a:pt x="626061" y="215264"/>
                </a:lnTo>
                <a:lnTo>
                  <a:pt x="569849" y="215264"/>
                </a:lnTo>
                <a:lnTo>
                  <a:pt x="561443" y="214933"/>
                </a:lnTo>
                <a:lnTo>
                  <a:pt x="522731" y="204152"/>
                </a:lnTo>
                <a:lnTo>
                  <a:pt x="516544" y="200628"/>
                </a:lnTo>
                <a:lnTo>
                  <a:pt x="511048" y="196722"/>
                </a:lnTo>
                <a:close/>
              </a:path>
              <a:path w="686434" h="234950">
                <a:moveTo>
                  <a:pt x="572388" y="66547"/>
                </a:moveTo>
                <a:lnTo>
                  <a:pt x="533759" y="73995"/>
                </a:lnTo>
                <a:lnTo>
                  <a:pt x="508057" y="103884"/>
                </a:lnTo>
                <a:lnTo>
                  <a:pt x="506983" y="113791"/>
                </a:lnTo>
                <a:lnTo>
                  <a:pt x="507529" y="121646"/>
                </a:lnTo>
                <a:lnTo>
                  <a:pt x="509077" y="128269"/>
                </a:lnTo>
                <a:lnTo>
                  <a:pt x="509158" y="128619"/>
                </a:lnTo>
                <a:lnTo>
                  <a:pt x="543115" y="155140"/>
                </a:lnTo>
                <a:lnTo>
                  <a:pt x="578992" y="162559"/>
                </a:lnTo>
                <a:lnTo>
                  <a:pt x="586993" y="164337"/>
                </a:lnTo>
                <a:lnTo>
                  <a:pt x="599185" y="167893"/>
                </a:lnTo>
                <a:lnTo>
                  <a:pt x="604138" y="170433"/>
                </a:lnTo>
                <a:lnTo>
                  <a:pt x="612139" y="177418"/>
                </a:lnTo>
                <a:lnTo>
                  <a:pt x="614172" y="182117"/>
                </a:lnTo>
                <a:lnTo>
                  <a:pt x="614172" y="196850"/>
                </a:lnTo>
                <a:lnTo>
                  <a:pt x="579726" y="214933"/>
                </a:lnTo>
                <a:lnTo>
                  <a:pt x="577951" y="214933"/>
                </a:lnTo>
                <a:lnTo>
                  <a:pt x="569849" y="215264"/>
                </a:lnTo>
                <a:lnTo>
                  <a:pt x="626061" y="215264"/>
                </a:lnTo>
                <a:lnTo>
                  <a:pt x="626290" y="215064"/>
                </a:lnTo>
                <a:lnTo>
                  <a:pt x="631967" y="207025"/>
                </a:lnTo>
                <a:lnTo>
                  <a:pt x="635382" y="197867"/>
                </a:lnTo>
                <a:lnTo>
                  <a:pt x="636524" y="187578"/>
                </a:lnTo>
                <a:lnTo>
                  <a:pt x="635980" y="180006"/>
                </a:lnTo>
                <a:lnTo>
                  <a:pt x="607567" y="149605"/>
                </a:lnTo>
                <a:lnTo>
                  <a:pt x="568245" y="140632"/>
                </a:lnTo>
                <a:lnTo>
                  <a:pt x="561530" y="139255"/>
                </a:lnTo>
                <a:lnTo>
                  <a:pt x="529335" y="119379"/>
                </a:lnTo>
                <a:lnTo>
                  <a:pt x="529335" y="104901"/>
                </a:lnTo>
                <a:lnTo>
                  <a:pt x="572388" y="85725"/>
                </a:lnTo>
                <a:lnTo>
                  <a:pt x="628797" y="85725"/>
                </a:lnTo>
                <a:lnTo>
                  <a:pt x="630808" y="82041"/>
                </a:lnTo>
                <a:lnTo>
                  <a:pt x="588390" y="67659"/>
                </a:lnTo>
                <a:lnTo>
                  <a:pt x="580389" y="66829"/>
                </a:lnTo>
                <a:lnTo>
                  <a:pt x="572388" y="66547"/>
                </a:lnTo>
                <a:close/>
              </a:path>
              <a:path w="686434" h="234950">
                <a:moveTo>
                  <a:pt x="628797" y="85725"/>
                </a:moveTo>
                <a:lnTo>
                  <a:pt x="572388" y="85725"/>
                </a:lnTo>
                <a:lnTo>
                  <a:pt x="586007" y="86625"/>
                </a:lnTo>
                <a:lnTo>
                  <a:pt x="598662" y="89312"/>
                </a:lnTo>
                <a:lnTo>
                  <a:pt x="610340" y="93761"/>
                </a:lnTo>
                <a:lnTo>
                  <a:pt x="621029" y="99949"/>
                </a:lnTo>
                <a:lnTo>
                  <a:pt x="628797" y="85725"/>
                </a:lnTo>
                <a:close/>
              </a:path>
              <a:path w="686434" h="234950">
                <a:moveTo>
                  <a:pt x="673607" y="200532"/>
                </a:moveTo>
                <a:lnTo>
                  <a:pt x="664463" y="200532"/>
                </a:lnTo>
                <a:lnTo>
                  <a:pt x="660526" y="202183"/>
                </a:lnTo>
                <a:lnTo>
                  <a:pt x="657225" y="205358"/>
                </a:lnTo>
                <a:lnTo>
                  <a:pt x="653923" y="208660"/>
                </a:lnTo>
                <a:lnTo>
                  <a:pt x="652399" y="212597"/>
                </a:lnTo>
                <a:lnTo>
                  <a:pt x="652399" y="222250"/>
                </a:lnTo>
                <a:lnTo>
                  <a:pt x="653923" y="226440"/>
                </a:lnTo>
                <a:lnTo>
                  <a:pt x="660526" y="233044"/>
                </a:lnTo>
                <a:lnTo>
                  <a:pt x="664463" y="234822"/>
                </a:lnTo>
                <a:lnTo>
                  <a:pt x="673607" y="234822"/>
                </a:lnTo>
                <a:lnTo>
                  <a:pt x="677544" y="233044"/>
                </a:lnTo>
                <a:lnTo>
                  <a:pt x="680974" y="229742"/>
                </a:lnTo>
                <a:lnTo>
                  <a:pt x="684276" y="226440"/>
                </a:lnTo>
                <a:lnTo>
                  <a:pt x="685926" y="222250"/>
                </a:lnTo>
                <a:lnTo>
                  <a:pt x="685926" y="212597"/>
                </a:lnTo>
                <a:lnTo>
                  <a:pt x="684276" y="208660"/>
                </a:lnTo>
                <a:lnTo>
                  <a:pt x="680974" y="205358"/>
                </a:lnTo>
                <a:lnTo>
                  <a:pt x="677544" y="202183"/>
                </a:lnTo>
                <a:lnTo>
                  <a:pt x="673607" y="200532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5" name="object 25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876285" y="6394196"/>
            <a:ext cx="77850" cy="77724"/>
          </a:xfrm>
          <a:prstGeom prst="rect">
            <a:avLst/>
          </a:prstGeom>
        </p:spPr>
      </p:pic>
      <p:pic>
        <p:nvPicPr>
          <p:cNvPr id="26" name="object 26" descr="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142985" y="6309995"/>
            <a:ext cx="2903347" cy="294131"/>
          </a:xfrm>
          <a:prstGeom prst="rect">
            <a:avLst/>
          </a:prstGeom>
        </p:spPr>
      </p:pic>
      <p:pic>
        <p:nvPicPr>
          <p:cNvPr id="27" name="object 27" descr="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8159242" y="6690994"/>
            <a:ext cx="3448177" cy="234822"/>
          </a:xfrm>
          <a:prstGeom prst="rect">
            <a:avLst/>
          </a:prstGeom>
        </p:spPr>
      </p:pic>
      <p:pic>
        <p:nvPicPr>
          <p:cNvPr id="28" name="object 28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876285" y="7156195"/>
            <a:ext cx="77850" cy="77724"/>
          </a:xfrm>
          <a:prstGeom prst="rect">
            <a:avLst/>
          </a:prstGeom>
        </p:spPr>
      </p:pic>
      <p:pic>
        <p:nvPicPr>
          <p:cNvPr id="29" name="object 29" descr="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8164068" y="7076313"/>
            <a:ext cx="2242184" cy="298069"/>
          </a:xfrm>
          <a:prstGeom prst="rect">
            <a:avLst/>
          </a:prstGeom>
        </p:spPr>
      </p:pic>
      <p:pic>
        <p:nvPicPr>
          <p:cNvPr id="30" name="object 30" descr="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8142605" y="7452994"/>
            <a:ext cx="2417064" cy="294131"/>
          </a:xfrm>
          <a:prstGeom prst="rect">
            <a:avLst/>
          </a:prstGeom>
        </p:spPr>
      </p:pic>
      <p:pic>
        <p:nvPicPr>
          <p:cNvPr id="31" name="object 31" descr="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1040891" y="1052322"/>
            <a:ext cx="1107186" cy="1127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sp>
          <p:nvSpPr>
            <p:cNvPr id="3" name="object 3" descr=""/>
            <p:cNvSpPr/>
            <p:nvPr/>
          </p:nvSpPr>
          <p:spPr>
            <a:xfrm>
              <a:off x="9144000" y="0"/>
              <a:ext cx="9144000" cy="10287000"/>
            </a:xfrm>
            <a:custGeom>
              <a:avLst/>
              <a:gdLst/>
              <a:ahLst/>
              <a:cxnLst/>
              <a:rect l="l" t="t" r="r" b="b"/>
              <a:pathLst>
                <a:path w="9144000" h="10287000">
                  <a:moveTo>
                    <a:pt x="0" y="10287000"/>
                  </a:moveTo>
                  <a:lnTo>
                    <a:pt x="9144000" y="10287000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0287000"/>
                  </a:lnTo>
                  <a:close/>
                </a:path>
              </a:pathLst>
            </a:custGeom>
            <a:solidFill>
              <a:srgbClr val="11051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9144000" cy="10287000"/>
            </a:xfrm>
            <a:prstGeom prst="rect">
              <a:avLst/>
            </a:prstGeom>
          </p:spPr>
        </p:pic>
        <p:pic>
          <p:nvPicPr>
            <p:cNvPr id="5" name="object 5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9124950" cy="5353050"/>
            </a:xfrm>
            <a:prstGeom prst="rect">
              <a:avLst/>
            </a:prstGeom>
          </p:spPr>
        </p:pic>
        <p:pic>
          <p:nvPicPr>
            <p:cNvPr id="6" name="object 6" descr="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382625" y="4333875"/>
              <a:ext cx="3448050" cy="3448050"/>
            </a:xfrm>
            <a:prstGeom prst="rect">
              <a:avLst/>
            </a:prstGeom>
          </p:spPr>
        </p:pic>
        <p:sp>
          <p:nvSpPr>
            <p:cNvPr id="7" name="object 7" descr=""/>
            <p:cNvSpPr/>
            <p:nvPr/>
          </p:nvSpPr>
          <p:spPr>
            <a:xfrm>
              <a:off x="11173269" y="5191594"/>
              <a:ext cx="1713864" cy="1723389"/>
            </a:xfrm>
            <a:custGeom>
              <a:avLst/>
              <a:gdLst/>
              <a:ahLst/>
              <a:cxnLst/>
              <a:rect l="l" t="t" r="r" b="b"/>
              <a:pathLst>
                <a:path w="1713865" h="1723390">
                  <a:moveTo>
                    <a:pt x="1324190" y="745236"/>
                  </a:moveTo>
                  <a:lnTo>
                    <a:pt x="1323594" y="706272"/>
                  </a:lnTo>
                  <a:lnTo>
                    <a:pt x="1321320" y="667232"/>
                  </a:lnTo>
                  <a:lnTo>
                    <a:pt x="1318260" y="628332"/>
                  </a:lnTo>
                  <a:lnTo>
                    <a:pt x="1312481" y="589064"/>
                  </a:lnTo>
                  <a:lnTo>
                    <a:pt x="1301064" y="551853"/>
                  </a:lnTo>
                  <a:lnTo>
                    <a:pt x="1283144" y="517220"/>
                  </a:lnTo>
                  <a:lnTo>
                    <a:pt x="1257858" y="485660"/>
                  </a:lnTo>
                  <a:lnTo>
                    <a:pt x="1255217" y="480809"/>
                  </a:lnTo>
                  <a:lnTo>
                    <a:pt x="1254099" y="474154"/>
                  </a:lnTo>
                  <a:lnTo>
                    <a:pt x="1254328" y="466991"/>
                  </a:lnTo>
                  <a:lnTo>
                    <a:pt x="1255737" y="460603"/>
                  </a:lnTo>
                  <a:lnTo>
                    <a:pt x="1265631" y="421093"/>
                  </a:lnTo>
                  <a:lnTo>
                    <a:pt x="1268234" y="381774"/>
                  </a:lnTo>
                  <a:lnTo>
                    <a:pt x="1264208" y="342519"/>
                  </a:lnTo>
                  <a:lnTo>
                    <a:pt x="1254226" y="303250"/>
                  </a:lnTo>
                  <a:lnTo>
                    <a:pt x="1238275" y="288175"/>
                  </a:lnTo>
                  <a:lnTo>
                    <a:pt x="1228801" y="290080"/>
                  </a:lnTo>
                  <a:lnTo>
                    <a:pt x="1170851" y="320560"/>
                  </a:lnTo>
                  <a:lnTo>
                    <a:pt x="1124102" y="366255"/>
                  </a:lnTo>
                  <a:lnTo>
                    <a:pt x="1123823" y="366598"/>
                  </a:lnTo>
                  <a:lnTo>
                    <a:pt x="1111123" y="377875"/>
                  </a:lnTo>
                  <a:lnTo>
                    <a:pt x="1095997" y="384721"/>
                  </a:lnTo>
                  <a:lnTo>
                    <a:pt x="1079538" y="386803"/>
                  </a:lnTo>
                  <a:lnTo>
                    <a:pt x="1062850" y="383832"/>
                  </a:lnTo>
                  <a:lnTo>
                    <a:pt x="1016393" y="371576"/>
                  </a:lnTo>
                  <a:lnTo>
                    <a:pt x="964031" y="364286"/>
                  </a:lnTo>
                  <a:lnTo>
                    <a:pt x="908494" y="361962"/>
                  </a:lnTo>
                  <a:lnTo>
                    <a:pt x="852538" y="364566"/>
                  </a:lnTo>
                  <a:lnTo>
                    <a:pt x="798893" y="372097"/>
                  </a:lnTo>
                  <a:lnTo>
                    <a:pt x="750290" y="384543"/>
                  </a:lnTo>
                  <a:lnTo>
                    <a:pt x="733717" y="387286"/>
                  </a:lnTo>
                  <a:lnTo>
                    <a:pt x="717410" y="385064"/>
                  </a:lnTo>
                  <a:lnTo>
                    <a:pt x="702437" y="378193"/>
                  </a:lnTo>
                  <a:lnTo>
                    <a:pt x="689889" y="366979"/>
                  </a:lnTo>
                  <a:lnTo>
                    <a:pt x="689584" y="366623"/>
                  </a:lnTo>
                  <a:lnTo>
                    <a:pt x="667334" y="342239"/>
                  </a:lnTo>
                  <a:lnTo>
                    <a:pt x="642937" y="320814"/>
                  </a:lnTo>
                  <a:lnTo>
                    <a:pt x="615734" y="303212"/>
                  </a:lnTo>
                  <a:lnTo>
                    <a:pt x="585038" y="290258"/>
                  </a:lnTo>
                  <a:lnTo>
                    <a:pt x="575754" y="288251"/>
                  </a:lnTo>
                  <a:lnTo>
                    <a:pt x="568680" y="289267"/>
                  </a:lnTo>
                  <a:lnTo>
                    <a:pt x="563333" y="293903"/>
                  </a:lnTo>
                  <a:lnTo>
                    <a:pt x="559231" y="302717"/>
                  </a:lnTo>
                  <a:lnTo>
                    <a:pt x="549071" y="342011"/>
                  </a:lnTo>
                  <a:lnTo>
                    <a:pt x="544931" y="381292"/>
                  </a:lnTo>
                  <a:lnTo>
                    <a:pt x="547636" y="420560"/>
                  </a:lnTo>
                  <a:lnTo>
                    <a:pt x="558050" y="459790"/>
                  </a:lnTo>
                  <a:lnTo>
                    <a:pt x="560501" y="468630"/>
                  </a:lnTo>
                  <a:lnTo>
                    <a:pt x="560552" y="476338"/>
                  </a:lnTo>
                  <a:lnTo>
                    <a:pt x="557872" y="483501"/>
                  </a:lnTo>
                  <a:lnTo>
                    <a:pt x="552145" y="490689"/>
                  </a:lnTo>
                  <a:lnTo>
                    <a:pt x="532968" y="513118"/>
                  </a:lnTo>
                  <a:lnTo>
                    <a:pt x="517893" y="537794"/>
                  </a:lnTo>
                  <a:lnTo>
                    <a:pt x="501357" y="593191"/>
                  </a:lnTo>
                  <a:lnTo>
                    <a:pt x="496862" y="635177"/>
                  </a:lnTo>
                  <a:lnTo>
                    <a:pt x="493179" y="677278"/>
                  </a:lnTo>
                  <a:lnTo>
                    <a:pt x="490550" y="719442"/>
                  </a:lnTo>
                  <a:lnTo>
                    <a:pt x="489242" y="761606"/>
                  </a:lnTo>
                  <a:lnTo>
                    <a:pt x="491286" y="798347"/>
                  </a:lnTo>
                  <a:lnTo>
                    <a:pt x="510527" y="868705"/>
                  </a:lnTo>
                  <a:lnTo>
                    <a:pt x="560120" y="945515"/>
                  </a:lnTo>
                  <a:lnTo>
                    <a:pt x="598335" y="980351"/>
                  </a:lnTo>
                  <a:lnTo>
                    <a:pt x="641578" y="1007478"/>
                  </a:lnTo>
                  <a:lnTo>
                    <a:pt x="689140" y="1028014"/>
                  </a:lnTo>
                  <a:lnTo>
                    <a:pt x="740283" y="1043063"/>
                  </a:lnTo>
                  <a:lnTo>
                    <a:pt x="741438" y="1043343"/>
                  </a:lnTo>
                  <a:lnTo>
                    <a:pt x="742784" y="1043711"/>
                  </a:lnTo>
                  <a:lnTo>
                    <a:pt x="757415" y="1051394"/>
                  </a:lnTo>
                  <a:lnTo>
                    <a:pt x="767626" y="1063701"/>
                  </a:lnTo>
                  <a:lnTo>
                    <a:pt x="772502" y="1078953"/>
                  </a:lnTo>
                  <a:lnTo>
                    <a:pt x="771131" y="1095502"/>
                  </a:lnTo>
                  <a:lnTo>
                    <a:pt x="767219" y="1109294"/>
                  </a:lnTo>
                  <a:lnTo>
                    <a:pt x="763536" y="1123022"/>
                  </a:lnTo>
                  <a:lnTo>
                    <a:pt x="760158" y="1136726"/>
                  </a:lnTo>
                  <a:lnTo>
                    <a:pt x="757199" y="1150480"/>
                  </a:lnTo>
                  <a:lnTo>
                    <a:pt x="754176" y="1160627"/>
                  </a:lnTo>
                  <a:lnTo>
                    <a:pt x="749490" y="1167853"/>
                  </a:lnTo>
                  <a:lnTo>
                    <a:pt x="742696" y="1172857"/>
                  </a:lnTo>
                  <a:lnTo>
                    <a:pt x="733348" y="1176286"/>
                  </a:lnTo>
                  <a:lnTo>
                    <a:pt x="683526" y="1183411"/>
                  </a:lnTo>
                  <a:lnTo>
                    <a:pt x="636511" y="1178013"/>
                  </a:lnTo>
                  <a:lnTo>
                    <a:pt x="593547" y="1160576"/>
                  </a:lnTo>
                  <a:lnTo>
                    <a:pt x="555942" y="1131557"/>
                  </a:lnTo>
                  <a:lnTo>
                    <a:pt x="524929" y="1091463"/>
                  </a:lnTo>
                  <a:lnTo>
                    <a:pt x="508749" y="1067549"/>
                  </a:lnTo>
                  <a:lnTo>
                    <a:pt x="489813" y="1046873"/>
                  </a:lnTo>
                  <a:lnTo>
                    <a:pt x="440283" y="1019873"/>
                  </a:lnTo>
                  <a:lnTo>
                    <a:pt x="411238" y="1015580"/>
                  </a:lnTo>
                  <a:lnTo>
                    <a:pt x="401040" y="1016482"/>
                  </a:lnTo>
                  <a:lnTo>
                    <a:pt x="393763" y="1020076"/>
                  </a:lnTo>
                  <a:lnTo>
                    <a:pt x="389890" y="1026629"/>
                  </a:lnTo>
                  <a:lnTo>
                    <a:pt x="389902" y="1034288"/>
                  </a:lnTo>
                  <a:lnTo>
                    <a:pt x="394284" y="1041222"/>
                  </a:lnTo>
                  <a:lnTo>
                    <a:pt x="405460" y="1051128"/>
                  </a:lnTo>
                  <a:lnTo>
                    <a:pt x="416369" y="1061034"/>
                  </a:lnTo>
                  <a:lnTo>
                    <a:pt x="449605" y="1102423"/>
                  </a:lnTo>
                  <a:lnTo>
                    <a:pt x="475157" y="1143381"/>
                  </a:lnTo>
                  <a:lnTo>
                    <a:pt x="486321" y="1164678"/>
                  </a:lnTo>
                  <a:lnTo>
                    <a:pt x="510628" y="1205598"/>
                  </a:lnTo>
                  <a:lnTo>
                    <a:pt x="539597" y="1238148"/>
                  </a:lnTo>
                  <a:lnTo>
                    <a:pt x="573151" y="1262545"/>
                  </a:lnTo>
                  <a:lnTo>
                    <a:pt x="611174" y="1279029"/>
                  </a:lnTo>
                  <a:lnTo>
                    <a:pt x="653618" y="1287830"/>
                  </a:lnTo>
                  <a:lnTo>
                    <a:pt x="700366" y="1289151"/>
                  </a:lnTo>
                  <a:lnTo>
                    <a:pt x="713359" y="1288275"/>
                  </a:lnTo>
                  <a:lnTo>
                    <a:pt x="726719" y="1286992"/>
                  </a:lnTo>
                  <a:lnTo>
                    <a:pt x="740879" y="1285468"/>
                  </a:lnTo>
                  <a:lnTo>
                    <a:pt x="756259" y="1283881"/>
                  </a:lnTo>
                  <a:lnTo>
                    <a:pt x="756259" y="1284795"/>
                  </a:lnTo>
                  <a:lnTo>
                    <a:pt x="763866" y="1332255"/>
                  </a:lnTo>
                  <a:lnTo>
                    <a:pt x="785075" y="1373479"/>
                  </a:lnTo>
                  <a:lnTo>
                    <a:pt x="817397" y="1405978"/>
                  </a:lnTo>
                  <a:lnTo>
                    <a:pt x="858393" y="1427302"/>
                  </a:lnTo>
                  <a:lnTo>
                    <a:pt x="905598" y="1434960"/>
                  </a:lnTo>
                  <a:lnTo>
                    <a:pt x="908964" y="1434960"/>
                  </a:lnTo>
                  <a:lnTo>
                    <a:pt x="956106" y="1427327"/>
                  </a:lnTo>
                  <a:lnTo>
                    <a:pt x="997064" y="1406067"/>
                  </a:lnTo>
                  <a:lnTo>
                    <a:pt x="1029385" y="1373644"/>
                  </a:lnTo>
                  <a:lnTo>
                    <a:pt x="1050620" y="1332509"/>
                  </a:lnTo>
                  <a:lnTo>
                    <a:pt x="1058303" y="1285125"/>
                  </a:lnTo>
                  <a:lnTo>
                    <a:pt x="1058430" y="1249438"/>
                  </a:lnTo>
                  <a:lnTo>
                    <a:pt x="1058722" y="1210640"/>
                  </a:lnTo>
                  <a:lnTo>
                    <a:pt x="1057846" y="1172070"/>
                  </a:lnTo>
                  <a:lnTo>
                    <a:pt x="1053782" y="1134046"/>
                  </a:lnTo>
                  <a:lnTo>
                    <a:pt x="1044524" y="1096949"/>
                  </a:lnTo>
                  <a:lnTo>
                    <a:pt x="1044054" y="1095590"/>
                  </a:lnTo>
                  <a:lnTo>
                    <a:pt x="1043660" y="1094219"/>
                  </a:lnTo>
                  <a:lnTo>
                    <a:pt x="1043330" y="1092835"/>
                  </a:lnTo>
                  <a:lnTo>
                    <a:pt x="1042784" y="1076236"/>
                  </a:lnTo>
                  <a:lnTo>
                    <a:pt x="1048423" y="1061224"/>
                  </a:lnTo>
                  <a:lnTo>
                    <a:pt x="1059243" y="1049451"/>
                  </a:lnTo>
                  <a:lnTo>
                    <a:pt x="1074254" y="1042504"/>
                  </a:lnTo>
                  <a:lnTo>
                    <a:pt x="1082382" y="1040523"/>
                  </a:lnTo>
                  <a:lnTo>
                    <a:pt x="1090434" y="1038440"/>
                  </a:lnTo>
                  <a:lnTo>
                    <a:pt x="1156284" y="1014831"/>
                  </a:lnTo>
                  <a:lnTo>
                    <a:pt x="1200632" y="990739"/>
                  </a:lnTo>
                  <a:lnTo>
                    <a:pt x="1238923" y="961288"/>
                  </a:lnTo>
                  <a:lnTo>
                    <a:pt x="1270685" y="926160"/>
                  </a:lnTo>
                  <a:lnTo>
                    <a:pt x="1295450" y="885088"/>
                  </a:lnTo>
                  <a:lnTo>
                    <a:pt x="1312786" y="837780"/>
                  </a:lnTo>
                  <a:lnTo>
                    <a:pt x="1322209" y="783932"/>
                  </a:lnTo>
                  <a:lnTo>
                    <a:pt x="1324190" y="745236"/>
                  </a:lnTo>
                  <a:close/>
                </a:path>
                <a:path w="1713865" h="1723390">
                  <a:moveTo>
                    <a:pt x="1713649" y="861580"/>
                  </a:moveTo>
                  <a:lnTo>
                    <a:pt x="1712302" y="813066"/>
                  </a:lnTo>
                  <a:lnTo>
                    <a:pt x="1712290" y="812685"/>
                  </a:lnTo>
                  <a:lnTo>
                    <a:pt x="1708340" y="765327"/>
                  </a:lnTo>
                  <a:lnTo>
                    <a:pt x="1708277" y="764501"/>
                  </a:lnTo>
                  <a:lnTo>
                    <a:pt x="1701660" y="717118"/>
                  </a:lnTo>
                  <a:lnTo>
                    <a:pt x="1692529" y="670598"/>
                  </a:lnTo>
                  <a:lnTo>
                    <a:pt x="1680946" y="625005"/>
                  </a:lnTo>
                  <a:lnTo>
                    <a:pt x="1666989" y="580415"/>
                  </a:lnTo>
                  <a:lnTo>
                    <a:pt x="1650733" y="536905"/>
                  </a:lnTo>
                  <a:lnTo>
                    <a:pt x="1648752" y="532371"/>
                  </a:lnTo>
                  <a:lnTo>
                    <a:pt x="1648752" y="861580"/>
                  </a:lnTo>
                  <a:lnTo>
                    <a:pt x="1647304" y="910082"/>
                  </a:lnTo>
                  <a:lnTo>
                    <a:pt x="1643024" y="957821"/>
                  </a:lnTo>
                  <a:lnTo>
                    <a:pt x="1635988" y="1004709"/>
                  </a:lnTo>
                  <a:lnTo>
                    <a:pt x="1626285" y="1050658"/>
                  </a:lnTo>
                  <a:lnTo>
                    <a:pt x="1613992" y="1095590"/>
                  </a:lnTo>
                  <a:lnTo>
                    <a:pt x="1599196" y="1139431"/>
                  </a:lnTo>
                  <a:lnTo>
                    <a:pt x="1581988" y="1182077"/>
                  </a:lnTo>
                  <a:lnTo>
                    <a:pt x="1562430" y="1223454"/>
                  </a:lnTo>
                  <a:lnTo>
                    <a:pt x="1540624" y="1263484"/>
                  </a:lnTo>
                  <a:lnTo>
                    <a:pt x="1516646" y="1302080"/>
                  </a:lnTo>
                  <a:lnTo>
                    <a:pt x="1490573" y="1339151"/>
                  </a:lnTo>
                  <a:lnTo>
                    <a:pt x="1462493" y="1374622"/>
                  </a:lnTo>
                  <a:lnTo>
                    <a:pt x="1432496" y="1408417"/>
                  </a:lnTo>
                  <a:lnTo>
                    <a:pt x="1400657" y="1440434"/>
                  </a:lnTo>
                  <a:lnTo>
                    <a:pt x="1367053" y="1470596"/>
                  </a:lnTo>
                  <a:lnTo>
                    <a:pt x="1331772" y="1498828"/>
                  </a:lnTo>
                  <a:lnTo>
                    <a:pt x="1294904" y="1525054"/>
                  </a:lnTo>
                  <a:lnTo>
                    <a:pt x="1256525" y="1549158"/>
                  </a:lnTo>
                  <a:lnTo>
                    <a:pt x="1216723" y="1571091"/>
                  </a:lnTo>
                  <a:lnTo>
                    <a:pt x="1175562" y="1590751"/>
                  </a:lnTo>
                  <a:lnTo>
                    <a:pt x="1133157" y="1608061"/>
                  </a:lnTo>
                  <a:lnTo>
                    <a:pt x="1089558" y="1622945"/>
                  </a:lnTo>
                  <a:lnTo>
                    <a:pt x="1044879" y="1635302"/>
                  </a:lnTo>
                  <a:lnTo>
                    <a:pt x="999172" y="1645056"/>
                  </a:lnTo>
                  <a:lnTo>
                    <a:pt x="952550" y="1652130"/>
                  </a:lnTo>
                  <a:lnTo>
                    <a:pt x="905065" y="1656435"/>
                  </a:lnTo>
                  <a:lnTo>
                    <a:pt x="856830" y="1657883"/>
                  </a:lnTo>
                  <a:lnTo>
                    <a:pt x="808583" y="1656435"/>
                  </a:lnTo>
                  <a:lnTo>
                    <a:pt x="761111" y="1652130"/>
                  </a:lnTo>
                  <a:lnTo>
                    <a:pt x="714476" y="1645056"/>
                  </a:lnTo>
                  <a:lnTo>
                    <a:pt x="668782" y="1635302"/>
                  </a:lnTo>
                  <a:lnTo>
                    <a:pt x="624090" y="1622945"/>
                  </a:lnTo>
                  <a:lnTo>
                    <a:pt x="580504" y="1608061"/>
                  </a:lnTo>
                  <a:lnTo>
                    <a:pt x="538086" y="1590751"/>
                  </a:lnTo>
                  <a:lnTo>
                    <a:pt x="496938" y="1571091"/>
                  </a:lnTo>
                  <a:lnTo>
                    <a:pt x="457123" y="1549158"/>
                  </a:lnTo>
                  <a:lnTo>
                    <a:pt x="418744" y="1525054"/>
                  </a:lnTo>
                  <a:lnTo>
                    <a:pt x="381876" y="1498828"/>
                  </a:lnTo>
                  <a:lnTo>
                    <a:pt x="346595" y="1470596"/>
                  </a:lnTo>
                  <a:lnTo>
                    <a:pt x="312991" y="1440434"/>
                  </a:lnTo>
                  <a:lnTo>
                    <a:pt x="281152" y="1408417"/>
                  </a:lnTo>
                  <a:lnTo>
                    <a:pt x="251155" y="1374622"/>
                  </a:lnTo>
                  <a:lnTo>
                    <a:pt x="223075" y="1339151"/>
                  </a:lnTo>
                  <a:lnTo>
                    <a:pt x="197002" y="1302080"/>
                  </a:lnTo>
                  <a:lnTo>
                    <a:pt x="173024" y="1263484"/>
                  </a:lnTo>
                  <a:lnTo>
                    <a:pt x="151218" y="1223454"/>
                  </a:lnTo>
                  <a:lnTo>
                    <a:pt x="131660" y="1182077"/>
                  </a:lnTo>
                  <a:lnTo>
                    <a:pt x="114439" y="1139431"/>
                  </a:lnTo>
                  <a:lnTo>
                    <a:pt x="99656" y="1095590"/>
                  </a:lnTo>
                  <a:lnTo>
                    <a:pt x="87363" y="1050658"/>
                  </a:lnTo>
                  <a:lnTo>
                    <a:pt x="77660" y="1004709"/>
                  </a:lnTo>
                  <a:lnTo>
                    <a:pt x="70751" y="958634"/>
                  </a:lnTo>
                  <a:lnTo>
                    <a:pt x="70624" y="957821"/>
                  </a:lnTo>
                  <a:lnTo>
                    <a:pt x="66382" y="910463"/>
                  </a:lnTo>
                  <a:lnTo>
                    <a:pt x="66344" y="910082"/>
                  </a:lnTo>
                  <a:lnTo>
                    <a:pt x="64897" y="861568"/>
                  </a:lnTo>
                  <a:lnTo>
                    <a:pt x="66344" y="813066"/>
                  </a:lnTo>
                  <a:lnTo>
                    <a:pt x="70624" y="765327"/>
                  </a:lnTo>
                  <a:lnTo>
                    <a:pt x="77660" y="718439"/>
                  </a:lnTo>
                  <a:lnTo>
                    <a:pt x="87363" y="672477"/>
                  </a:lnTo>
                  <a:lnTo>
                    <a:pt x="99656" y="627545"/>
                  </a:lnTo>
                  <a:lnTo>
                    <a:pt x="114439" y="583717"/>
                  </a:lnTo>
                  <a:lnTo>
                    <a:pt x="131660" y="541058"/>
                  </a:lnTo>
                  <a:lnTo>
                    <a:pt x="151206" y="499681"/>
                  </a:lnTo>
                  <a:lnTo>
                    <a:pt x="173024" y="459651"/>
                  </a:lnTo>
                  <a:lnTo>
                    <a:pt x="197002" y="421068"/>
                  </a:lnTo>
                  <a:lnTo>
                    <a:pt x="223075" y="383984"/>
                  </a:lnTo>
                  <a:lnTo>
                    <a:pt x="251155" y="348513"/>
                  </a:lnTo>
                  <a:lnTo>
                    <a:pt x="281152" y="314731"/>
                  </a:lnTo>
                  <a:lnTo>
                    <a:pt x="312991" y="282702"/>
                  </a:lnTo>
                  <a:lnTo>
                    <a:pt x="346595" y="252539"/>
                  </a:lnTo>
                  <a:lnTo>
                    <a:pt x="381876" y="224307"/>
                  </a:lnTo>
                  <a:lnTo>
                    <a:pt x="418744" y="198081"/>
                  </a:lnTo>
                  <a:lnTo>
                    <a:pt x="457123" y="173977"/>
                  </a:lnTo>
                  <a:lnTo>
                    <a:pt x="496938" y="152044"/>
                  </a:lnTo>
                  <a:lnTo>
                    <a:pt x="538086" y="132384"/>
                  </a:lnTo>
                  <a:lnTo>
                    <a:pt x="580504" y="115074"/>
                  </a:lnTo>
                  <a:lnTo>
                    <a:pt x="624090" y="100190"/>
                  </a:lnTo>
                  <a:lnTo>
                    <a:pt x="668782" y="87833"/>
                  </a:lnTo>
                  <a:lnTo>
                    <a:pt x="714476" y="78079"/>
                  </a:lnTo>
                  <a:lnTo>
                    <a:pt x="761111" y="71005"/>
                  </a:lnTo>
                  <a:lnTo>
                    <a:pt x="808583" y="66700"/>
                  </a:lnTo>
                  <a:lnTo>
                    <a:pt x="856830" y="65252"/>
                  </a:lnTo>
                  <a:lnTo>
                    <a:pt x="905065" y="66700"/>
                  </a:lnTo>
                  <a:lnTo>
                    <a:pt x="952550" y="71005"/>
                  </a:lnTo>
                  <a:lnTo>
                    <a:pt x="999172" y="78079"/>
                  </a:lnTo>
                  <a:lnTo>
                    <a:pt x="1044879" y="87833"/>
                  </a:lnTo>
                  <a:lnTo>
                    <a:pt x="1089558" y="100190"/>
                  </a:lnTo>
                  <a:lnTo>
                    <a:pt x="1133157" y="115074"/>
                  </a:lnTo>
                  <a:lnTo>
                    <a:pt x="1175562" y="132384"/>
                  </a:lnTo>
                  <a:lnTo>
                    <a:pt x="1216723" y="152044"/>
                  </a:lnTo>
                  <a:lnTo>
                    <a:pt x="1256525" y="173977"/>
                  </a:lnTo>
                  <a:lnTo>
                    <a:pt x="1294904" y="198081"/>
                  </a:lnTo>
                  <a:lnTo>
                    <a:pt x="1331772" y="224307"/>
                  </a:lnTo>
                  <a:lnTo>
                    <a:pt x="1367053" y="252539"/>
                  </a:lnTo>
                  <a:lnTo>
                    <a:pt x="1400657" y="282702"/>
                  </a:lnTo>
                  <a:lnTo>
                    <a:pt x="1432496" y="314731"/>
                  </a:lnTo>
                  <a:lnTo>
                    <a:pt x="1462493" y="348513"/>
                  </a:lnTo>
                  <a:lnTo>
                    <a:pt x="1490573" y="383984"/>
                  </a:lnTo>
                  <a:lnTo>
                    <a:pt x="1516646" y="421068"/>
                  </a:lnTo>
                  <a:lnTo>
                    <a:pt x="1540624" y="459651"/>
                  </a:lnTo>
                  <a:lnTo>
                    <a:pt x="1562430" y="499681"/>
                  </a:lnTo>
                  <a:lnTo>
                    <a:pt x="1581988" y="541070"/>
                  </a:lnTo>
                  <a:lnTo>
                    <a:pt x="1599196" y="583717"/>
                  </a:lnTo>
                  <a:lnTo>
                    <a:pt x="1613992" y="627545"/>
                  </a:lnTo>
                  <a:lnTo>
                    <a:pt x="1626285" y="672477"/>
                  </a:lnTo>
                  <a:lnTo>
                    <a:pt x="1635988" y="718439"/>
                  </a:lnTo>
                  <a:lnTo>
                    <a:pt x="1642897" y="764501"/>
                  </a:lnTo>
                  <a:lnTo>
                    <a:pt x="1643024" y="765327"/>
                  </a:lnTo>
                  <a:lnTo>
                    <a:pt x="1647266" y="812685"/>
                  </a:lnTo>
                  <a:lnTo>
                    <a:pt x="1647304" y="813066"/>
                  </a:lnTo>
                  <a:lnTo>
                    <a:pt x="1648752" y="861580"/>
                  </a:lnTo>
                  <a:lnTo>
                    <a:pt x="1648752" y="532371"/>
                  </a:lnTo>
                  <a:lnTo>
                    <a:pt x="1632242" y="494550"/>
                  </a:lnTo>
                  <a:lnTo>
                    <a:pt x="1611591" y="453428"/>
                  </a:lnTo>
                  <a:lnTo>
                    <a:pt x="1588858" y="413588"/>
                  </a:lnTo>
                  <a:lnTo>
                    <a:pt x="1564119" y="375132"/>
                  </a:lnTo>
                  <a:lnTo>
                    <a:pt x="1537423" y="338112"/>
                  </a:lnTo>
                  <a:lnTo>
                    <a:pt x="1508874" y="302602"/>
                  </a:lnTo>
                  <a:lnTo>
                    <a:pt x="1478521" y="268681"/>
                  </a:lnTo>
                  <a:lnTo>
                    <a:pt x="1446441" y="236435"/>
                  </a:lnTo>
                  <a:lnTo>
                    <a:pt x="1412709" y="205905"/>
                  </a:lnTo>
                  <a:lnTo>
                    <a:pt x="1377403" y="177190"/>
                  </a:lnTo>
                  <a:lnTo>
                    <a:pt x="1340586" y="150355"/>
                  </a:lnTo>
                  <a:lnTo>
                    <a:pt x="1302334" y="125476"/>
                  </a:lnTo>
                  <a:lnTo>
                    <a:pt x="1262722" y="102616"/>
                  </a:lnTo>
                  <a:lnTo>
                    <a:pt x="1221816" y="81851"/>
                  </a:lnTo>
                  <a:lnTo>
                    <a:pt x="1184198" y="65252"/>
                  </a:lnTo>
                  <a:lnTo>
                    <a:pt x="1136434" y="46913"/>
                  </a:lnTo>
                  <a:lnTo>
                    <a:pt x="1092085" y="32880"/>
                  </a:lnTo>
                  <a:lnTo>
                    <a:pt x="1046746" y="21234"/>
                  </a:lnTo>
                  <a:lnTo>
                    <a:pt x="1000480" y="12052"/>
                  </a:lnTo>
                  <a:lnTo>
                    <a:pt x="953350" y="5410"/>
                  </a:lnTo>
                  <a:lnTo>
                    <a:pt x="905446" y="1358"/>
                  </a:lnTo>
                  <a:lnTo>
                    <a:pt x="856830" y="0"/>
                  </a:lnTo>
                  <a:lnTo>
                    <a:pt x="808202" y="1358"/>
                  </a:lnTo>
                  <a:lnTo>
                    <a:pt x="760298" y="5410"/>
                  </a:lnTo>
                  <a:lnTo>
                    <a:pt x="713168" y="12052"/>
                  </a:lnTo>
                  <a:lnTo>
                    <a:pt x="666902" y="21234"/>
                  </a:lnTo>
                  <a:lnTo>
                    <a:pt x="621563" y="32880"/>
                  </a:lnTo>
                  <a:lnTo>
                    <a:pt x="577215" y="46913"/>
                  </a:lnTo>
                  <a:lnTo>
                    <a:pt x="533946" y="63271"/>
                  </a:lnTo>
                  <a:lnTo>
                    <a:pt x="491832" y="81851"/>
                  </a:lnTo>
                  <a:lnTo>
                    <a:pt x="450926" y="102616"/>
                  </a:lnTo>
                  <a:lnTo>
                    <a:pt x="411314" y="125476"/>
                  </a:lnTo>
                  <a:lnTo>
                    <a:pt x="373062" y="150355"/>
                  </a:lnTo>
                  <a:lnTo>
                    <a:pt x="336245" y="177190"/>
                  </a:lnTo>
                  <a:lnTo>
                    <a:pt x="300939" y="205905"/>
                  </a:lnTo>
                  <a:lnTo>
                    <a:pt x="267208" y="236435"/>
                  </a:lnTo>
                  <a:lnTo>
                    <a:pt x="235127" y="268681"/>
                  </a:lnTo>
                  <a:lnTo>
                    <a:pt x="204774" y="302602"/>
                  </a:lnTo>
                  <a:lnTo>
                    <a:pt x="176225" y="338112"/>
                  </a:lnTo>
                  <a:lnTo>
                    <a:pt x="149529" y="375132"/>
                  </a:lnTo>
                  <a:lnTo>
                    <a:pt x="124790" y="413588"/>
                  </a:lnTo>
                  <a:lnTo>
                    <a:pt x="102057" y="453428"/>
                  </a:lnTo>
                  <a:lnTo>
                    <a:pt x="81407" y="494550"/>
                  </a:lnTo>
                  <a:lnTo>
                    <a:pt x="62915" y="536905"/>
                  </a:lnTo>
                  <a:lnTo>
                    <a:pt x="46659" y="580415"/>
                  </a:lnTo>
                  <a:lnTo>
                    <a:pt x="32702" y="625005"/>
                  </a:lnTo>
                  <a:lnTo>
                    <a:pt x="21120" y="670598"/>
                  </a:lnTo>
                  <a:lnTo>
                    <a:pt x="11988" y="717118"/>
                  </a:lnTo>
                  <a:lnTo>
                    <a:pt x="5384" y="764501"/>
                  </a:lnTo>
                  <a:lnTo>
                    <a:pt x="1358" y="812685"/>
                  </a:lnTo>
                  <a:lnTo>
                    <a:pt x="0" y="861568"/>
                  </a:lnTo>
                  <a:lnTo>
                    <a:pt x="1346" y="910082"/>
                  </a:lnTo>
                  <a:lnTo>
                    <a:pt x="5308" y="957821"/>
                  </a:lnTo>
                  <a:lnTo>
                    <a:pt x="11988" y="1006030"/>
                  </a:lnTo>
                  <a:lnTo>
                    <a:pt x="21120" y="1052550"/>
                  </a:lnTo>
                  <a:lnTo>
                    <a:pt x="32702" y="1098143"/>
                  </a:lnTo>
                  <a:lnTo>
                    <a:pt x="46659" y="1142733"/>
                  </a:lnTo>
                  <a:lnTo>
                    <a:pt x="62915" y="1186230"/>
                  </a:lnTo>
                  <a:lnTo>
                    <a:pt x="81407" y="1228585"/>
                  </a:lnTo>
                  <a:lnTo>
                    <a:pt x="102057" y="1269720"/>
                  </a:lnTo>
                  <a:lnTo>
                    <a:pt x="124790" y="1309547"/>
                  </a:lnTo>
                  <a:lnTo>
                    <a:pt x="149529" y="1348016"/>
                  </a:lnTo>
                  <a:lnTo>
                    <a:pt x="176225" y="1385036"/>
                  </a:lnTo>
                  <a:lnTo>
                    <a:pt x="204774" y="1420533"/>
                  </a:lnTo>
                  <a:lnTo>
                    <a:pt x="235127" y="1454454"/>
                  </a:lnTo>
                  <a:lnTo>
                    <a:pt x="267208" y="1486712"/>
                  </a:lnTo>
                  <a:lnTo>
                    <a:pt x="300939" y="1517230"/>
                  </a:lnTo>
                  <a:lnTo>
                    <a:pt x="336245" y="1545945"/>
                  </a:lnTo>
                  <a:lnTo>
                    <a:pt x="373062" y="1572780"/>
                  </a:lnTo>
                  <a:lnTo>
                    <a:pt x="411314" y="1597660"/>
                  </a:lnTo>
                  <a:lnTo>
                    <a:pt x="450926" y="1620520"/>
                  </a:lnTo>
                  <a:lnTo>
                    <a:pt x="491832" y="1641284"/>
                  </a:lnTo>
                  <a:lnTo>
                    <a:pt x="533946" y="1659877"/>
                  </a:lnTo>
                  <a:lnTo>
                    <a:pt x="577215" y="1676222"/>
                  </a:lnTo>
                  <a:lnTo>
                    <a:pt x="621563" y="1690255"/>
                  </a:lnTo>
                  <a:lnTo>
                    <a:pt x="666902" y="1701901"/>
                  </a:lnTo>
                  <a:lnTo>
                    <a:pt x="713168" y="1711083"/>
                  </a:lnTo>
                  <a:lnTo>
                    <a:pt x="760298" y="1717738"/>
                  </a:lnTo>
                  <a:lnTo>
                    <a:pt x="808202" y="1721777"/>
                  </a:lnTo>
                  <a:lnTo>
                    <a:pt x="856830" y="1723148"/>
                  </a:lnTo>
                  <a:lnTo>
                    <a:pt x="905446" y="1721777"/>
                  </a:lnTo>
                  <a:lnTo>
                    <a:pt x="953350" y="1717738"/>
                  </a:lnTo>
                  <a:lnTo>
                    <a:pt x="1000480" y="1711083"/>
                  </a:lnTo>
                  <a:lnTo>
                    <a:pt x="1046746" y="1701901"/>
                  </a:lnTo>
                  <a:lnTo>
                    <a:pt x="1092098" y="1690255"/>
                  </a:lnTo>
                  <a:lnTo>
                    <a:pt x="1136434" y="1676222"/>
                  </a:lnTo>
                  <a:lnTo>
                    <a:pt x="1179703" y="1659877"/>
                  </a:lnTo>
                  <a:lnTo>
                    <a:pt x="1184211" y="1657883"/>
                  </a:lnTo>
                  <a:lnTo>
                    <a:pt x="1221816" y="1641284"/>
                  </a:lnTo>
                  <a:lnTo>
                    <a:pt x="1262722" y="1620520"/>
                  </a:lnTo>
                  <a:lnTo>
                    <a:pt x="1302334" y="1597660"/>
                  </a:lnTo>
                  <a:lnTo>
                    <a:pt x="1340586" y="1572780"/>
                  </a:lnTo>
                  <a:lnTo>
                    <a:pt x="1377403" y="1545945"/>
                  </a:lnTo>
                  <a:lnTo>
                    <a:pt x="1412709" y="1517230"/>
                  </a:lnTo>
                  <a:lnTo>
                    <a:pt x="1446441" y="1486712"/>
                  </a:lnTo>
                  <a:lnTo>
                    <a:pt x="1478521" y="1454454"/>
                  </a:lnTo>
                  <a:lnTo>
                    <a:pt x="1508874" y="1420545"/>
                  </a:lnTo>
                  <a:lnTo>
                    <a:pt x="1537423" y="1385036"/>
                  </a:lnTo>
                  <a:lnTo>
                    <a:pt x="1564119" y="1348016"/>
                  </a:lnTo>
                  <a:lnTo>
                    <a:pt x="1588858" y="1309547"/>
                  </a:lnTo>
                  <a:lnTo>
                    <a:pt x="1611591" y="1269720"/>
                  </a:lnTo>
                  <a:lnTo>
                    <a:pt x="1632242" y="1228585"/>
                  </a:lnTo>
                  <a:lnTo>
                    <a:pt x="1650733" y="1186230"/>
                  </a:lnTo>
                  <a:lnTo>
                    <a:pt x="1666989" y="1142733"/>
                  </a:lnTo>
                  <a:lnTo>
                    <a:pt x="1680946" y="1098143"/>
                  </a:lnTo>
                  <a:lnTo>
                    <a:pt x="1692529" y="1052550"/>
                  </a:lnTo>
                  <a:lnTo>
                    <a:pt x="1701660" y="1006030"/>
                  </a:lnTo>
                  <a:lnTo>
                    <a:pt x="1708277" y="958634"/>
                  </a:lnTo>
                  <a:lnTo>
                    <a:pt x="1712290" y="910463"/>
                  </a:lnTo>
                  <a:lnTo>
                    <a:pt x="1713649" y="861580"/>
                  </a:lnTo>
                  <a:close/>
                </a:path>
              </a:pathLst>
            </a:custGeom>
            <a:solidFill>
              <a:srgbClr val="FD422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225653" y="2355850"/>
              <a:ext cx="1155573" cy="917194"/>
            </a:xfrm>
            <a:prstGeom prst="rect">
              <a:avLst/>
            </a:prstGeom>
          </p:spPr>
        </p:pic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3611" rIns="0" bIns="0" rtlCol="0" vert="horz">
            <a:spAutoFit/>
          </a:bodyPr>
          <a:lstStyle/>
          <a:p>
            <a:pPr marL="9322435">
              <a:lnSpc>
                <a:spcPct val="100000"/>
              </a:lnSpc>
              <a:spcBef>
                <a:spcPts val="130"/>
              </a:spcBef>
              <a:tabLst>
                <a:tab pos="13380085" algn="l"/>
              </a:tabLst>
            </a:pPr>
            <a:r>
              <a:rPr dirty="0" spc="-680"/>
              <a:t>O</a:t>
            </a:r>
            <a:r>
              <a:rPr dirty="0" spc="-715"/>
              <a:t>B</a:t>
            </a:r>
            <a:r>
              <a:rPr dirty="0" spc="-204"/>
              <a:t>R</a:t>
            </a:r>
            <a:r>
              <a:rPr dirty="0"/>
              <a:t>	</a:t>
            </a:r>
            <a:r>
              <a:rPr dirty="0" spc="-575">
                <a:solidFill>
                  <a:srgbClr val="FD422D"/>
                </a:solidFill>
              </a:rPr>
              <a:t>A</a:t>
            </a:r>
            <a:r>
              <a:rPr dirty="0" spc="-655">
                <a:solidFill>
                  <a:srgbClr val="FD422D"/>
                </a:solidFill>
              </a:rPr>
              <a:t>D</a:t>
            </a:r>
            <a:r>
              <a:rPr dirty="0" spc="-125">
                <a:solidFill>
                  <a:srgbClr val="FD422D"/>
                </a:solidFill>
              </a:rP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2025-11-27T18:36:43Z</dcterms:created>
  <dcterms:modified xsi:type="dcterms:W3CDTF">2025-11-27T18:36:43Z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2025-11-27T00:00:00Z</vt:filetime>
  </property>
  <property fmtid="{D5CDD505-2E9C-101B-9397-08002B2CF9AE}" pid="3" name="LastSaved">
    <vt:filetime>2025-11-27T00:00:00Z</vt:filetime>
  </property>
</Properties>
</file>